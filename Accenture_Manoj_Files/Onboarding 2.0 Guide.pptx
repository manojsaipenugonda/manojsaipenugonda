
<file path=[Content_Types].xml><?xml version="1.0" encoding="utf-8"?>
<Types xmlns="http://schemas.openxmlformats.org/package/2006/content-types">
  <Default Extension="bin" ContentType="image/png"/>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25_5154485.xml" ContentType="application/vnd.ms-powerpoint.comments+xml"/>
  <Override PartName="/ppt/comments/modernComment_126_800B80D6.xml" ContentType="application/vnd.ms-powerpoint.comments+xml"/>
  <Override PartName="/ppt/comments/modernComment_12C_A9F9AB36.xml" ContentType="application/vnd.ms-powerpoint.comments+xml"/>
  <Override PartName="/ppt/comments/modernComment_12D_C915ADA8.xml" ContentType="application/vnd.ms-powerpoint.comments+xml"/>
  <Override PartName="/ppt/comments/modernComment_12E_150F657B.xml" ContentType="application/vnd.ms-powerpoint.comments+xml"/>
  <Override PartName="/ppt/comments/modernComment_130_6D93574D.xml" ContentType="application/vnd.ms-powerpoint.comments+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2"/>
  </p:sldMasterIdLst>
  <p:notesMasterIdLst>
    <p:notesMasterId r:id="rId31"/>
  </p:notesMasterIdLst>
  <p:handoutMasterIdLst>
    <p:handoutMasterId r:id="rId32"/>
  </p:handoutMasterIdLst>
  <p:sldIdLst>
    <p:sldId id="271" r:id="rId13"/>
    <p:sldId id="293" r:id="rId14"/>
    <p:sldId id="294" r:id="rId15"/>
    <p:sldId id="305" r:id="rId16"/>
    <p:sldId id="287" r:id="rId17"/>
    <p:sldId id="262" r:id="rId18"/>
    <p:sldId id="298" r:id="rId19"/>
    <p:sldId id="295" r:id="rId20"/>
    <p:sldId id="296" r:id="rId21"/>
    <p:sldId id="297" r:id="rId22"/>
    <p:sldId id="299" r:id="rId23"/>
    <p:sldId id="300" r:id="rId24"/>
    <p:sldId id="301" r:id="rId25"/>
    <p:sldId id="302" r:id="rId26"/>
    <p:sldId id="303" r:id="rId27"/>
    <p:sldId id="304" r:id="rId28"/>
    <p:sldId id="292" r:id="rId29"/>
    <p:sldId id="261" r:id="rId30"/>
  </p:sldIdLst>
  <p:sldSz cx="12192000" cy="6858000"/>
  <p:notesSz cx="6858000" cy="9144000"/>
  <p:embeddedFontLst>
    <p:embeddedFont>
      <p:font typeface="Ericsson Hilda" panose="00000500000000000000" pitchFamily="2" charset="0"/>
      <p:regular r:id="rId33"/>
      <p:bold r:id="rId34"/>
      <p:italic r:id="rId35"/>
      <p:boldItalic r:id="rId36"/>
    </p:embeddedFont>
    <p:embeddedFont>
      <p:font typeface="Ericsson Hilda ExtraBold" panose="00000900000000000000" pitchFamily="2" charset="0"/>
      <p:bold r:id="rId37"/>
    </p:embeddedFont>
    <p:embeddedFont>
      <p:font typeface="Ericsson Hilda ExtraLight" panose="00000300000000000000" pitchFamily="2" charset="0"/>
      <p:regular r:id="rId38"/>
    </p:embeddedFont>
    <p:embeddedFont>
      <p:font typeface="Ericsson Hilda Light" panose="00000400000000000000" pitchFamily="2" charset="0"/>
      <p:regular r:id="rId39"/>
      <p:italic r:id="rId40"/>
    </p:embeddedFont>
    <p:embeddedFont>
      <p:font typeface="Ericsson Technical Icons" panose="020B0604020202020204" charset="0"/>
      <p:regular r:id="rId41"/>
      <p:bold r:id="rId42"/>
      <p:italic r:id="rId43"/>
      <p:boldItalic r:id="rId44"/>
    </p:embeddedFont>
    <p:embeddedFont>
      <p:font typeface="Segoe UI" panose="020B0502040204020203" pitchFamily="34" charset="0"/>
      <p:regular r:id="rId45"/>
      <p:bold r:id="rId46"/>
      <p:italic r:id="rId47"/>
      <p:boldItalic r:id="rId48"/>
    </p:embeddedFont>
  </p:embeddedFontLst>
  <p:defaultTextStyle>
    <a:defPPr>
      <a:defRPr lang="en-US"/>
    </a:def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EA985A-A182-A0AC-D985-38BB76833801}" name="Pawan Pathak" initials="PP" userId="S::pawan.pathak@ericsson.com::3e11cf2e-3744-4adb-b7f8-2a7ef31f1d4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34D0FE-6AD1-4DC9-92C6-DB7F9446182D}" v="1" dt="2021-09-22T11:18:09.2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124" autoAdjust="0"/>
  </p:normalViewPr>
  <p:slideViewPr>
    <p:cSldViewPr snapToGrid="0" snapToObjects="1" showGuides="1">
      <p:cViewPr varScale="1">
        <p:scale>
          <a:sx n="60" d="100"/>
          <a:sy n="60" d="100"/>
        </p:scale>
        <p:origin x="64"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font" Target="fonts/font7.fntdata"/><Relationship Id="rId21" Type="http://schemas.openxmlformats.org/officeDocument/2006/relationships/slide" Target="slides/slide9.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viewProps" Target="viewProp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customXml" Target="../customXml/item11.xml"/><Relationship Id="rId24" Type="http://schemas.openxmlformats.org/officeDocument/2006/relationships/slide" Target="slides/slide12.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microsoft.com/office/2015/10/relationships/revisionInfo" Target="revisionInfo.xml"/><Relationship Id="rId5" Type="http://schemas.openxmlformats.org/officeDocument/2006/relationships/customXml" Target="../customXml/item5.xml"/><Relationship Id="rId10" Type="http://schemas.openxmlformats.org/officeDocument/2006/relationships/customXml" Target="../customXml/item10.xml"/><Relationship Id="rId19" Type="http://schemas.openxmlformats.org/officeDocument/2006/relationships/slide" Target="slides/slide7.xml"/><Relationship Id="rId31" Type="http://schemas.openxmlformats.org/officeDocument/2006/relationships/notesMaster" Target="notesMasters/notesMaster1.xml"/><Relationship Id="rId44" Type="http://schemas.openxmlformats.org/officeDocument/2006/relationships/font" Target="fonts/font12.fntdata"/><Relationship Id="rId52"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customXml" Target="../customXml/item8.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Master" Target="slideMasters/slideMaster1.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8.xml"/><Relationship Id="rId41" Type="http://schemas.openxmlformats.org/officeDocument/2006/relationships/font" Target="fonts/font9.fntdata"/><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font" Target="fonts/font4.fntdata"/><Relationship Id="rId49" Type="http://schemas.openxmlformats.org/officeDocument/2006/relationships/presProps" Target="presProps.xml"/></Relationships>
</file>

<file path=ppt/comments/modernComment_12C_A9F9AB36.xml><?xml version="1.0" encoding="utf-8"?>
<p188:cmLst xmlns:a="http://schemas.openxmlformats.org/drawingml/2006/main" xmlns:r="http://schemas.openxmlformats.org/officeDocument/2006/relationships" xmlns:p188="http://schemas.microsoft.com/office/powerpoint/2018/8/main">
  <p188:cm id="{47AA0DAB-6EAC-4FD6-A959-225B0D182E1D}" authorId="{C9EA985A-A182-A0AC-D985-38BB76833801}" created="2024-09-30T04:49:41.646">
    <ac:deMkLst xmlns:ac="http://schemas.microsoft.com/office/drawing/2013/main/command">
      <pc:docMk xmlns:pc="http://schemas.microsoft.com/office/powerpoint/2013/main/command"/>
      <pc:sldMk xmlns:pc="http://schemas.microsoft.com/office/powerpoint/2013/main/command" cId="2851711798" sldId="300"/>
      <ac:spMk id="4" creationId="{47886A60-9C9F-F22D-DFA2-A7477D39A804}"/>
    </ac:deMkLst>
    <p188:txBody>
      <a:bodyPr/>
      <a:lstStyle/>
      <a:p>
        <a:r>
          <a:rPr lang="en-IN"/>
          <a:t>As per statutory requirement every individual is required to declare the nomination, you are free to decide number of nominees uptill-3</a:t>
        </a:r>
      </a:p>
    </p188:txBody>
  </p188:cm>
</p188:cmLst>
</file>

<file path=ppt/comments/modernComment_12D_C915ADA8.xml><?xml version="1.0" encoding="utf-8"?>
<p188:cmLst xmlns:a="http://schemas.openxmlformats.org/drawingml/2006/main" xmlns:r="http://schemas.openxmlformats.org/officeDocument/2006/relationships" xmlns:p188="http://schemas.microsoft.com/office/powerpoint/2018/8/main">
  <p188:cm id="{52DAE9BA-1589-4DC5-90BD-9B7E95189302}" authorId="{C9EA985A-A182-A0AC-D985-38BB76833801}" created="2024-09-30T04:47:36.082">
    <ac:txMkLst xmlns:ac="http://schemas.microsoft.com/office/drawing/2013/main/command">
      <pc:docMk xmlns:pc="http://schemas.microsoft.com/office/powerpoint/2013/main/command"/>
      <pc:sldMk xmlns:pc="http://schemas.microsoft.com/office/powerpoint/2013/main/command" cId="3373641128" sldId="301"/>
      <ac:spMk id="4" creationId="{4E8C4452-3453-58E0-BCBD-CA3A06002A55}"/>
      <ac:txMk cp="0" len="112">
        <ac:context len="184" hash="890263647"/>
      </ac:txMk>
    </ac:txMkLst>
    <p188:pos x="5168273" y="281838"/>
    <p188:txBody>
      <a:bodyPr/>
      <a:lstStyle/>
      <a:p>
        <a:r>
          <a:rPr lang="en-IN"/>
          <a:t>EPS nomination are required to be filled as per statutory requirement.
If you are married, please fill Part 1, else Part 2 need to be filled. </a:t>
        </a:r>
      </a:p>
    </p188:txBody>
  </p188:cm>
</p188:cmLst>
</file>

<file path=ppt/comments/modernComment_12E_150F657B.xml><?xml version="1.0" encoding="utf-8"?>
<p188:cmLst xmlns:a="http://schemas.openxmlformats.org/drawingml/2006/main" xmlns:r="http://schemas.openxmlformats.org/officeDocument/2006/relationships" xmlns:p188="http://schemas.microsoft.com/office/powerpoint/2018/8/main">
  <p188:cm id="{34CCAACD-64A0-4853-84C1-1762231170EE}" authorId="{C9EA985A-A182-A0AC-D985-38BB76833801}" created="2024-09-30T04:45:14.895">
    <ac:deMkLst xmlns:ac="http://schemas.microsoft.com/office/drawing/2013/main/command">
      <pc:docMk xmlns:pc="http://schemas.microsoft.com/office/powerpoint/2013/main/command"/>
      <pc:sldMk xmlns:pc="http://schemas.microsoft.com/office/powerpoint/2013/main/command" cId="353330555" sldId="302"/>
      <ac:picMk id="5" creationId="{D41E269F-C7DC-9439-0441-09F8E4D80581}"/>
    </ac:deMkLst>
    <p188:txBody>
      <a:bodyPr/>
      <a:lstStyle/>
      <a:p>
        <a:r>
          <a:rPr lang="en-IN"/>
          <a:t>This is half snippet, if person chose Yes , the details information  snippet missing</a:t>
        </a:r>
      </a:p>
    </p188:txBody>
  </p188:cm>
</p188:cmLst>
</file>

<file path=ppt/comments/modernComment_125_5154485.xml><?xml version="1.0" encoding="utf-8"?>
<p188:cmLst xmlns:a="http://schemas.openxmlformats.org/drawingml/2006/main" xmlns:r="http://schemas.openxmlformats.org/officeDocument/2006/relationships" xmlns:p188="http://schemas.microsoft.com/office/powerpoint/2018/8/main">
  <p188:cm id="{9E89317A-BDD2-4B83-A942-DA63291A046F}" authorId="{C9EA985A-A182-A0AC-D985-38BB76833801}" created="2024-09-30T04:52:27.540">
    <pc:sldMkLst xmlns:pc="http://schemas.microsoft.com/office/powerpoint/2013/main/command">
      <pc:docMk/>
      <pc:sldMk cId="85279877" sldId="293"/>
    </pc:sldMkLst>
    <p188:txBody>
      <a:bodyPr/>
      <a:lstStyle/>
      <a:p>
        <a:r>
          <a:rPr lang="en-IN"/>
          <a:t>From where candidate would land to this page, please add the details referring email or comms.</a:t>
        </a:r>
      </a:p>
    </p188:txBody>
  </p188:cm>
</p188:cmLst>
</file>

<file path=ppt/comments/modernComment_126_800B80D6.xml><?xml version="1.0" encoding="utf-8"?>
<p188:cmLst xmlns:a="http://schemas.openxmlformats.org/drawingml/2006/main" xmlns:r="http://schemas.openxmlformats.org/officeDocument/2006/relationships" xmlns:p188="http://schemas.microsoft.com/office/powerpoint/2018/8/main">
  <p188:cm id="{36F9FEDE-5BC6-4EE0-BAD3-44ED3DCD834D}" authorId="{C9EA985A-A182-A0AC-D985-38BB76833801}" created="2024-09-30T04:51:07.398">
    <ac:deMkLst xmlns:ac="http://schemas.microsoft.com/office/drawing/2013/main/command">
      <pc:docMk xmlns:pc="http://schemas.microsoft.com/office/powerpoint/2013/main/command"/>
      <pc:sldMk xmlns:pc="http://schemas.microsoft.com/office/powerpoint/2013/main/command" cId="2148237526" sldId="294"/>
      <ac:picMk id="5" creationId="{C902C58A-2AEC-1E22-427D-12237756AA75}"/>
    </ac:deMkLst>
    <p188:txBody>
      <a:bodyPr/>
      <a:lstStyle/>
      <a:p>
        <a:r>
          <a:rPr lang="en-IN"/>
          <a:t>Clear snippet is needed</a:t>
        </a:r>
      </a:p>
    </p188:txBody>
  </p188:cm>
</p188:cmLst>
</file>

<file path=ppt/comments/modernComment_130_6D93574D.xml><?xml version="1.0" encoding="utf-8"?>
<p188:cmLst xmlns:a="http://schemas.openxmlformats.org/drawingml/2006/main" xmlns:r="http://schemas.openxmlformats.org/officeDocument/2006/relationships" xmlns:p188="http://schemas.microsoft.com/office/powerpoint/2018/8/main">
  <p188:cm id="{9322AA8C-C65B-49CA-AA5E-3B92D4F3411D}" authorId="{C9EA985A-A182-A0AC-D985-38BB76833801}" created="2024-09-30T04:42:50.103">
    <pc:sldMkLst xmlns:pc="http://schemas.microsoft.com/office/powerpoint/2013/main/command">
      <pc:docMk/>
      <pc:sldMk cId="1838372685" sldId="304"/>
    </pc:sldMkLst>
    <p188:txBody>
      <a:bodyPr/>
      <a:lstStyle/>
      <a:p>
        <a:r>
          <a:rPr lang="en-IN"/>
          <a:t>Document checklist instead of Documents required</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FD348-9C7F-4865-875C-863EC6E2CB8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3294207-A46E-4F9A-91C9-BB4398CEA98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 </a:t>
            </a:r>
          </a:p>
        </p:txBody>
      </p:sp>
      <p:sp>
        <p:nvSpPr>
          <p:cNvPr id="4" name="Footer Placeholder 3">
            <a:extLst>
              <a:ext uri="{FF2B5EF4-FFF2-40B4-BE49-F238E27FC236}">
                <a16:creationId xmlns:a16="http://schemas.microsoft.com/office/drawing/2014/main" id="{95105526-C577-427D-800D-7921EA16026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FCA4CFA-39AC-4AB6-B521-EBDB0AF74A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7AEDCC-D3AE-4D3E-A1AA-6BA600F277AC}" type="slidenum">
              <a:rPr lang="en-US" smtClean="0"/>
              <a:t>‹#›</a:t>
            </a:fld>
            <a:endParaRPr lang="en-US"/>
          </a:p>
        </p:txBody>
      </p:sp>
    </p:spTree>
    <p:extLst>
      <p:ext uri="{BB962C8B-B14F-4D97-AF65-F5344CB8AC3E}">
        <p14:creationId xmlns:p14="http://schemas.microsoft.com/office/powerpoint/2010/main" val="1754262122"/>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Ericsson Hilda Light" panose="00000400000000000000"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Ericsson Hilda Light" panose="00000400000000000000" pitchFamily="2" charset="0"/>
              </a:defRPr>
            </a:lvl1pPr>
          </a:lstStyle>
          <a:p>
            <a:r>
              <a:rPr lang="en-US"/>
              <a:t> </a:t>
            </a:r>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Ericsson Hilda Light" panose="00000400000000000000"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Ericsson Hilda Light" panose="00000400000000000000" pitchFamily="2" charset="0"/>
              </a:defRPr>
            </a:lvl1pPr>
          </a:lstStyle>
          <a:p>
            <a:fld id="{F949BC75-2359-4F98-918A-7033C92AD487}" type="slidenum">
              <a:rPr lang="en-US" smtClean="0"/>
              <a:pPr/>
              <a:t>‹#›</a:t>
            </a:fld>
            <a:endParaRPr lang="en-US" dirty="0"/>
          </a:p>
        </p:txBody>
      </p:sp>
    </p:spTree>
    <p:extLst>
      <p:ext uri="{BB962C8B-B14F-4D97-AF65-F5344CB8AC3E}">
        <p14:creationId xmlns:p14="http://schemas.microsoft.com/office/powerpoint/2010/main" val="1133333820"/>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Ericsson Hilda Light" panose="00000400000000000000" pitchFamily="2" charset="0"/>
        <a:ea typeface="+mn-ea"/>
        <a:cs typeface="+mn-cs"/>
      </a:defRPr>
    </a:lvl1pPr>
    <a:lvl2pPr marL="457200" algn="l" defTabSz="914400" rtl="0" eaLnBrk="1" latinLnBrk="0" hangingPunct="1">
      <a:defRPr sz="1200" kern="1200">
        <a:solidFill>
          <a:schemeClr val="tx1"/>
        </a:solidFill>
        <a:latin typeface="Ericsson Hilda Light" panose="00000400000000000000" pitchFamily="2" charset="0"/>
        <a:ea typeface="+mn-ea"/>
        <a:cs typeface="+mn-cs"/>
      </a:defRPr>
    </a:lvl2pPr>
    <a:lvl3pPr marL="914400" algn="l" defTabSz="914400" rtl="0" eaLnBrk="1" latinLnBrk="0" hangingPunct="1">
      <a:defRPr sz="1200" kern="1200">
        <a:solidFill>
          <a:schemeClr val="tx1"/>
        </a:solidFill>
        <a:latin typeface="Ericsson Hilda Light" panose="00000400000000000000" pitchFamily="2" charset="0"/>
        <a:ea typeface="+mn-ea"/>
        <a:cs typeface="+mn-cs"/>
      </a:defRPr>
    </a:lvl3pPr>
    <a:lvl4pPr marL="1371600" algn="l" defTabSz="914400" rtl="0" eaLnBrk="1" latinLnBrk="0" hangingPunct="1">
      <a:defRPr sz="1200" kern="1200">
        <a:solidFill>
          <a:schemeClr val="tx1"/>
        </a:solidFill>
        <a:latin typeface="Ericsson Hilda Light" panose="00000400000000000000" pitchFamily="2" charset="0"/>
        <a:ea typeface="+mn-ea"/>
        <a:cs typeface="+mn-cs"/>
      </a:defRPr>
    </a:lvl4pPr>
    <a:lvl5pPr marL="1828800" algn="l" defTabSz="914400" rtl="0" eaLnBrk="1" latinLnBrk="0" hangingPunct="1">
      <a:defRPr sz="1200" kern="1200">
        <a:solidFill>
          <a:schemeClr val="tx1"/>
        </a:solidFill>
        <a:latin typeface="Ericsson Hilda Light" panose="000004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p:cNvSpPr>
            <a:spLocks noGrp="1"/>
          </p:cNvSpPr>
          <p:nvPr>
            <p:ph type="hdr" sz="quarter"/>
          </p:nvPr>
        </p:nvSpPr>
        <p:spPr/>
        <p:txBody>
          <a:bodyPr/>
          <a:lstStyle/>
          <a:p>
            <a:endParaRPr lang="en-US" dirty="0"/>
          </a:p>
        </p:txBody>
      </p:sp>
      <p:sp>
        <p:nvSpPr>
          <p:cNvPr id="5" name="Date Placeholder 4"/>
          <p:cNvSpPr>
            <a:spLocks noGrp="1"/>
          </p:cNvSpPr>
          <p:nvPr>
            <p:ph type="dt" idx="1"/>
          </p:nvPr>
        </p:nvSpPr>
        <p:spPr/>
        <p:txBody>
          <a:bodyPr/>
          <a:lstStyle/>
          <a:p>
            <a:r>
              <a:rPr lang="en-US"/>
              <a:t> </a:t>
            </a:r>
            <a:endParaRPr lang="en-US" dirty="0"/>
          </a:p>
        </p:txBody>
      </p:sp>
      <p:sp>
        <p:nvSpPr>
          <p:cNvPr id="6" name="Footer Placeholder 5"/>
          <p:cNvSpPr>
            <a:spLocks noGrp="1"/>
          </p:cNvSpPr>
          <p:nvPr>
            <p:ph type="ftr" sz="quarter" idx="4"/>
          </p:nvPr>
        </p:nvSpPr>
        <p:spPr/>
        <p:txBody>
          <a:bodyPr/>
          <a:lstStyle/>
          <a:p>
            <a:endParaRPr lang="en-US" dirty="0"/>
          </a:p>
        </p:txBody>
      </p:sp>
      <p:sp>
        <p:nvSpPr>
          <p:cNvPr id="7" name="Slide Number Placeholder 6"/>
          <p:cNvSpPr>
            <a:spLocks noGrp="1"/>
          </p:cNvSpPr>
          <p:nvPr>
            <p:ph type="sldNum" sz="quarter" idx="5"/>
          </p:nvPr>
        </p:nvSpPr>
        <p:spPr/>
        <p:txBody>
          <a:bodyPr/>
          <a:lstStyle/>
          <a:p>
            <a:fld id="{F949BC75-2359-4F98-918A-7033C92AD487}" type="slidenum">
              <a:rPr lang="en-US" smtClean="0"/>
              <a:pPr/>
              <a:t>1</a:t>
            </a:fld>
            <a:endParaRPr lang="en-US" dirty="0"/>
          </a:p>
        </p:txBody>
      </p:sp>
    </p:spTree>
    <p:extLst>
      <p:ext uri="{BB962C8B-B14F-4D97-AF65-F5344CB8AC3E}">
        <p14:creationId xmlns:p14="http://schemas.microsoft.com/office/powerpoint/2010/main" val="3493623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p:cNvSpPr>
            <a:spLocks noGrp="1"/>
          </p:cNvSpPr>
          <p:nvPr>
            <p:ph type="hdr" sz="quarter" idx="10"/>
          </p:nvPr>
        </p:nvSpPr>
        <p:spPr/>
        <p:txBody>
          <a:bodyPr/>
          <a:lstStyle/>
          <a:p>
            <a:endParaRPr lang="en-GB" dirty="0"/>
          </a:p>
        </p:txBody>
      </p:sp>
      <p:sp>
        <p:nvSpPr>
          <p:cNvPr id="5" name="Date Placeholder 4"/>
          <p:cNvSpPr>
            <a:spLocks noGrp="1"/>
          </p:cNvSpPr>
          <p:nvPr>
            <p:ph type="dt" idx="11"/>
          </p:nvPr>
        </p:nvSpPr>
        <p:spPr/>
        <p:txBody>
          <a:bodyPr/>
          <a:lstStyle/>
          <a:p>
            <a:r>
              <a:rPr lang="en-GB"/>
              <a:t> </a:t>
            </a:r>
            <a:endParaRPr lang="en-GB" dirty="0"/>
          </a:p>
        </p:txBody>
      </p:sp>
      <p:sp>
        <p:nvSpPr>
          <p:cNvPr id="6" name="Footer Placeholder 5"/>
          <p:cNvSpPr>
            <a:spLocks noGrp="1"/>
          </p:cNvSpPr>
          <p:nvPr>
            <p:ph type="ftr" sz="quarter" idx="12"/>
          </p:nvPr>
        </p:nvSpPr>
        <p:spPr/>
        <p:txBody>
          <a:bodyPr/>
          <a:lstStyle/>
          <a:p>
            <a:endParaRPr lang="en-GB" dirty="0"/>
          </a:p>
        </p:txBody>
      </p:sp>
      <p:sp>
        <p:nvSpPr>
          <p:cNvPr id="7" name="Slide Number Placeholder 6"/>
          <p:cNvSpPr>
            <a:spLocks noGrp="1"/>
          </p:cNvSpPr>
          <p:nvPr>
            <p:ph type="sldNum" sz="quarter" idx="13"/>
          </p:nvPr>
        </p:nvSpPr>
        <p:spPr/>
        <p:txBody>
          <a:bodyPr/>
          <a:lstStyle/>
          <a:p>
            <a:fld id="{1A9966BF-A434-4BC2-9969-A0AE8B068B9B}" type="slidenum">
              <a:rPr lang="en-GB" smtClean="0"/>
              <a:t>18</a:t>
            </a:fld>
            <a:endParaRPr lang="en-GB" dirty="0"/>
          </a:p>
        </p:txBody>
      </p:sp>
    </p:spTree>
    <p:extLst>
      <p:ext uri="{BB962C8B-B14F-4D97-AF65-F5344CB8AC3E}">
        <p14:creationId xmlns:p14="http://schemas.microsoft.com/office/powerpoint/2010/main" val="2799822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spTree>
      <p:nvGrpSpPr>
        <p:cNvPr id="1" name=""/>
        <p:cNvGrpSpPr/>
        <p:nvPr/>
      </p:nvGrpSpPr>
      <p:grpSpPr>
        <a:xfrm>
          <a:off x="0" y="0"/>
          <a:ext cx="0" cy="0"/>
          <a:chOff x="0" y="0"/>
          <a:chExt cx="0" cy="0"/>
        </a:xfrm>
      </p:grpSpPr>
      <p:sp>
        <p:nvSpPr>
          <p:cNvPr id="22531" name="Title_TM"/>
          <p:cNvSpPr>
            <a:spLocks noGrp="1" noChangeArrowheads="1"/>
          </p:cNvSpPr>
          <p:nvPr>
            <p:ph type="ctrTitle" hasCustomPrompt="1"/>
          </p:nvPr>
        </p:nvSpPr>
        <p:spPr>
          <a:xfrm>
            <a:off x="479425" y="476250"/>
            <a:ext cx="8353426" cy="3457576"/>
          </a:xfrm>
        </p:spPr>
        <p:txBody>
          <a:bodyPr/>
          <a:lstStyle>
            <a:lvl1pPr>
              <a:lnSpc>
                <a:spcPct val="85000"/>
              </a:lnSpc>
              <a:defRPr sz="8000" b="0" kern="1400" spc="-160" baseline="0">
                <a:solidFill>
                  <a:schemeClr val="tx1"/>
                </a:solidFill>
                <a:latin typeface="+mj-lt"/>
              </a:defRPr>
            </a:lvl1pPr>
          </a:lstStyle>
          <a:p>
            <a:r>
              <a:rPr lang="en-US" dirty="0"/>
              <a:t>Title/cover page,   Ericsson Hilda Light 80pt, max 3-lines</a:t>
            </a:r>
          </a:p>
        </p:txBody>
      </p:sp>
      <p:sp>
        <p:nvSpPr>
          <p:cNvPr id="22530" name="SubTitle_TM"/>
          <p:cNvSpPr>
            <a:spLocks noGrp="1" noChangeArrowheads="1"/>
          </p:cNvSpPr>
          <p:nvPr>
            <p:ph type="subTitle" idx="1" hasCustomPrompt="1"/>
          </p:nvPr>
        </p:nvSpPr>
        <p:spPr>
          <a:xfrm>
            <a:off x="479425" y="4149725"/>
            <a:ext cx="5472114" cy="2087563"/>
          </a:xfrm>
          <a:prstGeom prst="rect">
            <a:avLst/>
          </a:prstGeom>
        </p:spPr>
        <p:txBody>
          <a:bodyPr lIns="72000" anchor="t"/>
          <a:lstStyle>
            <a:lvl1pPr marL="0" indent="0">
              <a:lnSpc>
                <a:spcPct val="100000"/>
              </a:lnSpc>
              <a:spcBef>
                <a:spcPts val="0"/>
              </a:spcBef>
              <a:buFont typeface="Ericsson Hilda Light" charset="0"/>
              <a:buNone/>
              <a:defRPr sz="2000" baseline="0">
                <a:solidFill>
                  <a:schemeClr val="tx1"/>
                </a:solidFill>
                <a:latin typeface="+mn-lt"/>
              </a:defRPr>
            </a:lvl1pPr>
          </a:lstStyle>
          <a:p>
            <a:r>
              <a:rPr lang="en-US" dirty="0"/>
              <a:t>Description/subtitle/</a:t>
            </a:r>
            <a:r>
              <a:rPr lang="en-US"/>
              <a:t>speaker…</a:t>
            </a:r>
            <a:br>
              <a:rPr lang="en-US"/>
            </a:br>
            <a:r>
              <a:rPr lang="en-US"/>
              <a:t>Ericsson </a:t>
            </a:r>
            <a:r>
              <a:rPr lang="en-US" dirty="0"/>
              <a:t>Hilda Black 20pt</a:t>
            </a:r>
          </a:p>
        </p:txBody>
      </p:sp>
      <p:sp>
        <p:nvSpPr>
          <p:cNvPr id="3" name="Content Placeholder 2"/>
          <p:cNvSpPr>
            <a:spLocks noGrp="1"/>
          </p:cNvSpPr>
          <p:nvPr>
            <p:ph sz="quarter" idx="10" hasCustomPrompt="1"/>
          </p:nvPr>
        </p:nvSpPr>
        <p:spPr>
          <a:xfrm>
            <a:off x="6240463" y="6264000"/>
            <a:ext cx="1910479" cy="262800"/>
          </a:xfrm>
          <a:prstGeom prst="rect">
            <a:avLst/>
          </a:prstGeom>
        </p:spPr>
        <p:txBody>
          <a:bodyPr wrap="none" tIns="0" bIns="0" anchor="ctr" anchorCtr="0"/>
          <a:lstStyle>
            <a:lvl1pPr marL="0" indent="0" algn="r">
              <a:buNone/>
              <a:defRPr sz="1200">
                <a:solidFill>
                  <a:schemeClr val="tx1"/>
                </a:solidFill>
                <a:latin typeface="+mn-lt"/>
              </a:defRPr>
            </a:lvl1pPr>
          </a:lstStyle>
          <a:p>
            <a:r>
              <a:rPr lang="en-US" dirty="0"/>
              <a:t>Speaker name</a:t>
            </a:r>
          </a:p>
        </p:txBody>
      </p:sp>
      <p:sp>
        <p:nvSpPr>
          <p:cNvPr id="12" name="Content Placeholder 11"/>
          <p:cNvSpPr>
            <a:spLocks noGrp="1"/>
          </p:cNvSpPr>
          <p:nvPr>
            <p:ph sz="quarter" idx="11" hasCustomPrompt="1"/>
          </p:nvPr>
        </p:nvSpPr>
        <p:spPr>
          <a:xfrm>
            <a:off x="8229600" y="6264000"/>
            <a:ext cx="2515041" cy="262800"/>
          </a:xfrm>
          <a:prstGeom prst="rect">
            <a:avLst/>
          </a:prstGeom>
          <a:noFill/>
          <a:ln w="9525">
            <a:noFill/>
            <a:miter lim="800000"/>
            <a:headEnd/>
            <a:tailEnd/>
          </a:ln>
        </p:spPr>
        <p:txBody>
          <a:bodyPr tIns="0" rIns="0" bIns="0" anchor="ctr" anchorCtr="0"/>
          <a:lstStyle>
            <a:lvl1pPr marL="0" indent="0" algn="ctr">
              <a:buNone/>
              <a:defRPr lang="en-US" sz="1200" dirty="0">
                <a:solidFill>
                  <a:schemeClr val="tx1"/>
                </a:solidFill>
                <a:latin typeface="+mn-lt"/>
              </a:defRPr>
            </a:lvl1pPr>
          </a:lstStyle>
          <a:p>
            <a:r>
              <a:rPr lang="en-US" dirty="0"/>
              <a:t>Organization</a:t>
            </a:r>
          </a:p>
        </p:txBody>
      </p:sp>
      <p:sp>
        <p:nvSpPr>
          <p:cNvPr id="15" name="Content Placeholder 11"/>
          <p:cNvSpPr>
            <a:spLocks noGrp="1"/>
          </p:cNvSpPr>
          <p:nvPr>
            <p:ph sz="quarter" idx="12" hasCustomPrompt="1"/>
          </p:nvPr>
        </p:nvSpPr>
        <p:spPr>
          <a:xfrm>
            <a:off x="10811951" y="6264000"/>
            <a:ext cx="897503" cy="262800"/>
          </a:xfrm>
          <a:prstGeom prst="rect">
            <a:avLst/>
          </a:prstGeom>
          <a:noFill/>
          <a:ln w="9525">
            <a:noFill/>
            <a:miter lim="800000"/>
            <a:headEnd/>
            <a:tailEnd/>
          </a:ln>
        </p:spPr>
        <p:txBody>
          <a:bodyPr wrap="none" tIns="0" rIns="0" bIns="0" anchor="ctr" anchorCtr="0"/>
          <a:lstStyle>
            <a:lvl1pPr marL="0" indent="0" algn="ctr">
              <a:buNone/>
              <a:defRPr lang="en-US" sz="1200" dirty="0">
                <a:solidFill>
                  <a:schemeClr val="tx1"/>
                </a:solidFill>
                <a:latin typeface="+mn-lt"/>
              </a:defRPr>
            </a:lvl1pPr>
          </a:lstStyle>
          <a:p>
            <a:pPr lvl="0"/>
            <a:r>
              <a:rPr lang="en-US" dirty="0"/>
              <a:t>YYYY-MM-DD</a:t>
            </a:r>
          </a:p>
        </p:txBody>
      </p:sp>
      <p:sp>
        <p:nvSpPr>
          <p:cNvPr id="9" name="txtfooterCopy" descr="{&#10; &quot;SkabelonDesign&quot;: {&#10; &quot;textualValue&quot;: &quot;&lt;key1/&gt;&quot;,&#10; &quot;bindingCollection&quot;: {&#10; &quot;key1&quot;: {&quot;SkabelonDesign&quot;:{&quot;type&quot;:&quot;Text&quot;,&quot;binding&quot;:&quot;Module.FooterText&quot;}}&#10; }&#10; }&#10;}">
            <a:extLst>
              <a:ext uri="{FF2B5EF4-FFF2-40B4-BE49-F238E27FC236}">
                <a16:creationId xmlns:a16="http://schemas.microsoft.com/office/drawing/2014/main" id="{72C1EE1F-EF94-4EBA-A010-8BC3D2F38C39}"/>
              </a:ext>
            </a:extLst>
          </p:cNvPr>
          <p:cNvSpPr txBox="1"/>
          <p:nvPr userDrawn="1"/>
        </p:nvSpPr>
        <p:spPr>
          <a:xfrm>
            <a:off x="421638" y="6524625"/>
            <a:ext cx="2040623" cy="123111"/>
          </a:xfrm>
          <a:prstGeom prst="rect">
            <a:avLst/>
          </a:prstGeom>
          <a:noFill/>
        </p:spPr>
        <p:txBody>
          <a:bodyPr vert="horz" wrap="none" lIns="0" tIns="0" rIns="0" bIns="0" rtlCol="0">
            <a:spAutoFit/>
          </a:bodyPr>
          <a:lstStyle/>
          <a:p>
            <a:pPr marL="0" indent="0" algn="l">
              <a:buFontTx/>
              <a:buNone/>
            </a:pPr>
            <a:r>
              <a:rPr lang="en-US" sz="800" b="0" i="0" u="none">
                <a:solidFill>
                  <a:schemeClr val="tx1"/>
                </a:solidFill>
                <a:latin typeface="+mn-lt"/>
              </a:rPr>
              <a:t>  |  2024-06-20  |  Ericsson Internal  |  Page </a:t>
            </a:r>
            <a:fld id="{379902AF-487C-423B-927A-CC203964311F}" type="slidenum">
              <a:rPr lang="en-US" sz="800" b="0" i="0" u="none" smtClean="0">
                <a:solidFill>
                  <a:schemeClr val="tx1"/>
                </a:solidFill>
                <a:latin typeface="+mn-lt"/>
              </a:rPr>
              <a:t>‹#›</a:t>
            </a:fld>
            <a:endParaRPr lang="en-US" sz="800" b="0" i="0" u="none" dirty="0">
              <a:solidFill>
                <a:schemeClr val="tx1"/>
              </a:solidFill>
              <a:latin typeface="+mn-lt"/>
            </a:endParaRPr>
          </a:p>
        </p:txBody>
      </p:sp>
    </p:spTree>
    <p:extLst>
      <p:ext uri="{BB962C8B-B14F-4D97-AF65-F5344CB8AC3E}">
        <p14:creationId xmlns:p14="http://schemas.microsoft.com/office/powerpoint/2010/main" val="1374575616"/>
      </p:ext>
    </p:extLst>
  </p:cSld>
  <p:clrMapOvr>
    <a:masterClrMapping/>
  </p:clrMapOvr>
  <p:hf sldNum="0" hdr="0" ft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xtfooterCopy" descr="{&#10; &quot;SkabelonDesign&quot;: {&#10; &quot;textualValue&quot;: &quot;&lt;key1/&gt;&quot;,&#10; &quot;bindingCollection&quot;: {&#10; &quot;key1&quot;: {&quot;SkabelonDesign&quot;:{&quot;type&quot;:&quot;Text&quot;,&quot;binding&quot;:&quot;Module.FooterText&quot;}}&#10; }&#10; }&#10;}">
            <a:extLst>
              <a:ext uri="{FF2B5EF4-FFF2-40B4-BE49-F238E27FC236}">
                <a16:creationId xmlns:a16="http://schemas.microsoft.com/office/drawing/2014/main" id="{69F42FFA-3DFB-4DB2-A942-F02200203C82}"/>
              </a:ext>
            </a:extLst>
          </p:cNvPr>
          <p:cNvSpPr txBox="1"/>
          <p:nvPr userDrawn="1"/>
        </p:nvSpPr>
        <p:spPr>
          <a:xfrm>
            <a:off x="421638" y="6524625"/>
            <a:ext cx="2040623" cy="123111"/>
          </a:xfrm>
          <a:prstGeom prst="rect">
            <a:avLst/>
          </a:prstGeom>
          <a:noFill/>
        </p:spPr>
        <p:txBody>
          <a:bodyPr vert="horz" wrap="none" lIns="0" tIns="0" rIns="0" bIns="0" rtlCol="0">
            <a:spAutoFit/>
          </a:bodyPr>
          <a:lstStyle/>
          <a:p>
            <a:pPr marL="0" indent="0" algn="l">
              <a:buFontTx/>
              <a:buNone/>
            </a:pPr>
            <a:r>
              <a:rPr lang="en-US" sz="800" b="0" i="0" u="none">
                <a:solidFill>
                  <a:schemeClr val="tx1"/>
                </a:solidFill>
                <a:latin typeface="+mn-lt"/>
              </a:rPr>
              <a:t>  |  2024-06-20  |  Ericsson Internal  |  Page </a:t>
            </a:r>
            <a:fld id="{5E699EC2-B0AF-4707-A7C7-9D988FB6A991}" type="slidenum">
              <a:rPr lang="en-US" sz="800" b="0" i="0" u="none" smtClean="0">
                <a:solidFill>
                  <a:schemeClr val="tx1"/>
                </a:solidFill>
                <a:latin typeface="+mn-lt"/>
              </a:rPr>
              <a:t>‹#›</a:t>
            </a:fld>
            <a:endParaRPr lang="en-US" sz="800" b="0" i="0" u="none" dirty="0">
              <a:solidFill>
                <a:schemeClr val="tx1"/>
              </a:solidFill>
              <a:latin typeface="+mn-lt"/>
            </a:endParaRPr>
          </a:p>
        </p:txBody>
      </p:sp>
    </p:spTree>
    <p:extLst>
      <p:ext uri="{BB962C8B-B14F-4D97-AF65-F5344CB8AC3E}">
        <p14:creationId xmlns:p14="http://schemas.microsoft.com/office/powerpoint/2010/main" val="395415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ck blank">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6869961-F931-4F1E-9FB3-8587EBA3F36F}"/>
              </a:ext>
            </a:extLst>
          </p:cNvPr>
          <p:cNvSpPr/>
          <p:nvPr userDrawn="1"/>
        </p:nvSpPr>
        <p:spPr bwMode="auto">
          <a:xfrm>
            <a:off x="0" y="0"/>
            <a:ext cx="12192000" cy="6858000"/>
          </a:xfrm>
          <a:prstGeom prst="rect">
            <a:avLst/>
          </a:prstGeom>
          <a:solidFill>
            <a:schemeClr val="bg2">
              <a:alpha val="0"/>
            </a:schemeClr>
          </a:solidFill>
          <a:ln w="12700" cap="flat" cmpd="sng" algn="ctr">
            <a:no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err="1">
              <a:solidFill>
                <a:schemeClr val="bg1"/>
              </a:solidFill>
              <a:latin typeface="+mn-lt"/>
            </a:endParaRPr>
          </a:p>
        </p:txBody>
      </p:sp>
      <p:pic>
        <p:nvPicPr>
          <p:cNvPr id="4" name="Graphic 3">
            <a:extLst>
              <a:ext uri="{FF2B5EF4-FFF2-40B4-BE49-F238E27FC236}">
                <a16:creationId xmlns:a16="http://schemas.microsoft.com/office/drawing/2014/main" id="{5D9DB7BA-3A2F-46BA-A617-2A049434CD6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93088" y="476251"/>
            <a:ext cx="256032" cy="256032"/>
          </a:xfrm>
          <a:prstGeom prst="rect">
            <a:avLst/>
          </a:prstGeom>
        </p:spPr>
      </p:pic>
      <p:sp>
        <p:nvSpPr>
          <p:cNvPr id="5" name="txtfooterCopy" descr="{&#10; &quot;SkabelonDesign&quot;: {&#10; &quot;textualValue&quot;: &quot;&lt;key1/&gt;&quot;,&#10; &quot;bindingCollection&quot;: {&#10; &quot;key1&quot;: {&quot;SkabelonDesign&quot;:{&quot;type&quot;:&quot;Text&quot;,&quot;binding&quot;:&quot;Module.FooterText&quot;}}&#10; }&#10; }&#10;}">
            <a:extLst>
              <a:ext uri="{FF2B5EF4-FFF2-40B4-BE49-F238E27FC236}">
                <a16:creationId xmlns:a16="http://schemas.microsoft.com/office/drawing/2014/main" id="{203FD5EF-20DB-46AB-B412-DF9112353719}"/>
              </a:ext>
            </a:extLst>
          </p:cNvPr>
          <p:cNvSpPr txBox="1"/>
          <p:nvPr userDrawn="1"/>
        </p:nvSpPr>
        <p:spPr>
          <a:xfrm>
            <a:off x="421638" y="6524625"/>
            <a:ext cx="2040623" cy="123111"/>
          </a:xfrm>
          <a:prstGeom prst="rect">
            <a:avLst/>
          </a:prstGeom>
          <a:noFill/>
        </p:spPr>
        <p:txBody>
          <a:bodyPr vert="horz" wrap="none" lIns="0" tIns="0" rIns="0" bIns="0" rtlCol="0">
            <a:spAutoFit/>
          </a:bodyPr>
          <a:lstStyle/>
          <a:p>
            <a:pPr marL="0" indent="0" algn="l">
              <a:buFontTx/>
              <a:buNone/>
            </a:pPr>
            <a:r>
              <a:rPr lang="en-US" sz="800" b="0" i="0" u="none">
                <a:solidFill>
                  <a:schemeClr val="tx1"/>
                </a:solidFill>
                <a:latin typeface="+mn-lt"/>
              </a:rPr>
              <a:t>  |  2024-06-20  |  Ericsson Internal  |  Page </a:t>
            </a:r>
            <a:fld id="{EAE0EE49-2A89-46F8-AE2C-B942FDE0A69C}" type="slidenum">
              <a:rPr lang="en-US" sz="800" b="0" i="0" u="none" smtClean="0">
                <a:solidFill>
                  <a:schemeClr val="tx1"/>
                </a:solidFill>
                <a:latin typeface="+mn-lt"/>
              </a:rPr>
              <a:t>‹#›</a:t>
            </a:fld>
            <a:endParaRPr lang="en-US" sz="800" b="0" i="0" u="none" dirty="0">
              <a:solidFill>
                <a:schemeClr val="tx1"/>
              </a:solidFill>
              <a:latin typeface="+mn-lt"/>
            </a:endParaRPr>
          </a:p>
        </p:txBody>
      </p:sp>
    </p:spTree>
    <p:extLst>
      <p:ext uri="{BB962C8B-B14F-4D97-AF65-F5344CB8AC3E}">
        <p14:creationId xmlns:p14="http://schemas.microsoft.com/office/powerpoint/2010/main" val="308447476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_SM"/>
          <p:cNvSpPr>
            <a:spLocks noGrp="1" noChangeArrowheads="1"/>
          </p:cNvSpPr>
          <p:nvPr>
            <p:ph type="title" hasCustomPrompt="1"/>
          </p:nvPr>
        </p:nvSpPr>
        <p:spPr bwMode="auto">
          <a:xfrm>
            <a:off x="479424" y="476250"/>
            <a:ext cx="8353425" cy="1081088"/>
          </a:xfrm>
          <a:prstGeom prst="rect">
            <a:avLst/>
          </a:prstGeom>
          <a:noFill/>
          <a:ln w="9525">
            <a:noFill/>
            <a:miter lim="800000"/>
            <a:headEnd/>
            <a:tailEnd/>
          </a:ln>
        </p:spPr>
        <p:txBody>
          <a:bodyPr vert="horz" wrap="square" lIns="72000" tIns="36000" rIns="0" bIns="0" numCol="1" anchor="t" anchorCtr="0" compatLnSpc="1">
            <a:prstTxWarp prst="textNoShape">
              <a:avLst/>
            </a:prstTxWarp>
            <a:noAutofit/>
          </a:bodyPr>
          <a:lstStyle>
            <a:lvl1pPr>
              <a:defRPr>
                <a:solidFill>
                  <a:schemeClr val="tx1"/>
                </a:solidFill>
              </a:defRPr>
            </a:lvl1pPr>
          </a:lstStyle>
          <a:p>
            <a:pPr lvl="0"/>
            <a:r>
              <a:rPr lang="en-US" dirty="0"/>
              <a:t>Slide title, Ericsson Hilda Light 40pt, Ericsson Black, max 2-lines</a:t>
            </a:r>
          </a:p>
        </p:txBody>
      </p:sp>
      <p:sp>
        <p:nvSpPr>
          <p:cNvPr id="3" name="txtfooterCopy" descr="{&#10; &quot;SkabelonDesign&quot;: {&#10; &quot;textualValue&quot;: &quot;&lt;key1/&gt;&quot;,&#10; &quot;bindingCollection&quot;: {&#10; &quot;key1&quot;: {&quot;SkabelonDesign&quot;:{&quot;type&quot;:&quot;Text&quot;,&quot;binding&quot;:&quot;Module.FooterText&quot;}}&#10; }&#10; }&#10;}">
            <a:extLst>
              <a:ext uri="{FF2B5EF4-FFF2-40B4-BE49-F238E27FC236}">
                <a16:creationId xmlns:a16="http://schemas.microsoft.com/office/drawing/2014/main" id="{C44ECCE6-4D94-443E-8C20-CA233A5C0572}"/>
              </a:ext>
            </a:extLst>
          </p:cNvPr>
          <p:cNvSpPr txBox="1"/>
          <p:nvPr userDrawn="1"/>
        </p:nvSpPr>
        <p:spPr>
          <a:xfrm>
            <a:off x="421638" y="6524625"/>
            <a:ext cx="2040623" cy="123111"/>
          </a:xfrm>
          <a:prstGeom prst="rect">
            <a:avLst/>
          </a:prstGeom>
          <a:noFill/>
        </p:spPr>
        <p:txBody>
          <a:bodyPr vert="horz" wrap="none" lIns="0" tIns="0" rIns="0" bIns="0" rtlCol="0">
            <a:spAutoFit/>
          </a:bodyPr>
          <a:lstStyle/>
          <a:p>
            <a:pPr marL="0" indent="0" algn="l">
              <a:buFontTx/>
              <a:buNone/>
            </a:pPr>
            <a:r>
              <a:rPr lang="en-US" sz="800" b="0" i="0" u="none">
                <a:solidFill>
                  <a:schemeClr val="tx1"/>
                </a:solidFill>
                <a:latin typeface="+mn-lt"/>
              </a:rPr>
              <a:t>  |  2024-06-20  |  Ericsson Internal  |  Page </a:t>
            </a:r>
            <a:fld id="{750A1699-515E-4249-ADB0-FF64257543A4}" type="slidenum">
              <a:rPr lang="en-US" sz="800" b="0" i="0" u="none" smtClean="0">
                <a:solidFill>
                  <a:schemeClr val="tx1"/>
                </a:solidFill>
                <a:latin typeface="+mn-lt"/>
              </a:rPr>
              <a:t>‹#›</a:t>
            </a:fld>
            <a:endParaRPr lang="en-US" sz="800" b="0" i="0" u="none" dirty="0">
              <a:solidFill>
                <a:schemeClr val="tx1"/>
              </a:solidFill>
              <a:latin typeface="+mn-lt"/>
            </a:endParaRPr>
          </a:p>
        </p:txBody>
      </p:sp>
    </p:spTree>
    <p:extLst>
      <p:ext uri="{BB962C8B-B14F-4D97-AF65-F5344CB8AC3E}">
        <p14:creationId xmlns:p14="http://schemas.microsoft.com/office/powerpoint/2010/main" val="3415456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1 column">
    <p:spTree>
      <p:nvGrpSpPr>
        <p:cNvPr id="1" name=""/>
        <p:cNvGrpSpPr/>
        <p:nvPr/>
      </p:nvGrpSpPr>
      <p:grpSpPr>
        <a:xfrm>
          <a:off x="0" y="0"/>
          <a:ext cx="0" cy="0"/>
          <a:chOff x="0" y="0"/>
          <a:chExt cx="0" cy="0"/>
        </a:xfrm>
      </p:grpSpPr>
      <p:sp>
        <p:nvSpPr>
          <p:cNvPr id="5" name="Title_SM"/>
          <p:cNvSpPr>
            <a:spLocks noGrp="1" noChangeArrowheads="1"/>
          </p:cNvSpPr>
          <p:nvPr>
            <p:ph type="title" hasCustomPrompt="1"/>
          </p:nvPr>
        </p:nvSpPr>
        <p:spPr bwMode="auto">
          <a:xfrm>
            <a:off x="479425" y="476250"/>
            <a:ext cx="10521950"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solidFill>
                  <a:schemeClr val="tx1"/>
                </a:solidFill>
              </a:defRPr>
            </a:lvl1pPr>
          </a:lstStyle>
          <a:p>
            <a:pPr lvl="0"/>
            <a:r>
              <a:rPr lang="en-US" dirty="0"/>
              <a:t>Use this layout for document slides when you need space for a long heading and big content area</a:t>
            </a:r>
          </a:p>
        </p:txBody>
      </p:sp>
      <p:sp>
        <p:nvSpPr>
          <p:cNvPr id="3" name="Content Placeholder 2">
            <a:extLst>
              <a:ext uri="{FF2B5EF4-FFF2-40B4-BE49-F238E27FC236}">
                <a16:creationId xmlns:a16="http://schemas.microsoft.com/office/drawing/2014/main" id="{810CFEFC-6AC8-4817-A0D3-6029D48BD293}"/>
              </a:ext>
            </a:extLst>
          </p:cNvPr>
          <p:cNvSpPr>
            <a:spLocks noGrp="1"/>
          </p:cNvSpPr>
          <p:nvPr>
            <p:ph sz="quarter" idx="10" hasCustomPrompt="1"/>
          </p:nvPr>
        </p:nvSpPr>
        <p:spPr>
          <a:xfrm>
            <a:off x="479425" y="1844675"/>
            <a:ext cx="11233150" cy="439261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
        <p:nvSpPr>
          <p:cNvPr id="8" name="txtfooterCopy" descr="{&#10; &quot;SkabelonDesign&quot;: {&#10; &quot;textualValue&quot;: &quot;&lt;key1/&gt;&quot;,&#10; &quot;bindingCollection&quot;: {&#10; &quot;key1&quot;: {&quot;SkabelonDesign&quot;:{&quot;type&quot;:&quot;Text&quot;,&quot;binding&quot;:&quot;Module.FooterText&quot;}}&#10; }&#10; }&#10;}">
            <a:extLst>
              <a:ext uri="{FF2B5EF4-FFF2-40B4-BE49-F238E27FC236}">
                <a16:creationId xmlns:a16="http://schemas.microsoft.com/office/drawing/2014/main" id="{C2AD0284-E6BA-49D8-AB3F-D94DBB1D54F0}"/>
              </a:ext>
            </a:extLst>
          </p:cNvPr>
          <p:cNvSpPr txBox="1"/>
          <p:nvPr userDrawn="1"/>
        </p:nvSpPr>
        <p:spPr>
          <a:xfrm>
            <a:off x="421638" y="6524625"/>
            <a:ext cx="2040623" cy="123111"/>
          </a:xfrm>
          <a:prstGeom prst="rect">
            <a:avLst/>
          </a:prstGeom>
          <a:noFill/>
        </p:spPr>
        <p:txBody>
          <a:bodyPr vert="horz" wrap="none" lIns="0" tIns="0" rIns="0" bIns="0" rtlCol="0">
            <a:spAutoFit/>
          </a:bodyPr>
          <a:lstStyle/>
          <a:p>
            <a:pPr marL="0" indent="0" algn="l">
              <a:buFontTx/>
              <a:buNone/>
            </a:pPr>
            <a:r>
              <a:rPr lang="en-US" sz="800" b="0" i="0" u="none">
                <a:solidFill>
                  <a:schemeClr val="tx1"/>
                </a:solidFill>
                <a:latin typeface="+mn-lt"/>
              </a:rPr>
              <a:t>  |  2024-06-20  |  Ericsson Internal  |  Page </a:t>
            </a:r>
            <a:fld id="{DA78CE64-1FED-4329-A276-D11042A3F5F8}" type="slidenum">
              <a:rPr lang="en-US" sz="800" b="0" i="0" u="none" smtClean="0">
                <a:solidFill>
                  <a:schemeClr val="tx1"/>
                </a:solidFill>
                <a:latin typeface="+mn-lt"/>
              </a:rPr>
              <a:t>‹#›</a:t>
            </a:fld>
            <a:endParaRPr lang="en-US" sz="800" b="0" i="0" u="none" dirty="0">
              <a:solidFill>
                <a:schemeClr val="tx1"/>
              </a:solidFill>
              <a:latin typeface="+mn-lt"/>
            </a:endParaRPr>
          </a:p>
        </p:txBody>
      </p:sp>
    </p:spTree>
    <p:extLst>
      <p:ext uri="{BB962C8B-B14F-4D97-AF65-F5344CB8AC3E}">
        <p14:creationId xmlns:p14="http://schemas.microsoft.com/office/powerpoint/2010/main" val="3443338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1 smaller column">
    <p:spTree>
      <p:nvGrpSpPr>
        <p:cNvPr id="1" name=""/>
        <p:cNvGrpSpPr/>
        <p:nvPr/>
      </p:nvGrpSpPr>
      <p:grpSpPr>
        <a:xfrm>
          <a:off x="0" y="0"/>
          <a:ext cx="0" cy="0"/>
          <a:chOff x="0" y="0"/>
          <a:chExt cx="0" cy="0"/>
        </a:xfrm>
      </p:grpSpPr>
      <p:sp>
        <p:nvSpPr>
          <p:cNvPr id="6" name="Title_SM">
            <a:extLst>
              <a:ext uri="{FF2B5EF4-FFF2-40B4-BE49-F238E27FC236}">
                <a16:creationId xmlns:a16="http://schemas.microsoft.com/office/drawing/2014/main" id="{3F4EF873-DC0F-4698-BEC2-502DB043AA5C}"/>
              </a:ext>
            </a:extLst>
          </p:cNvPr>
          <p:cNvSpPr>
            <a:spLocks noGrp="1" noChangeArrowheads="1"/>
          </p:cNvSpPr>
          <p:nvPr>
            <p:ph type="title" hasCustomPrompt="1"/>
          </p:nvPr>
        </p:nvSpPr>
        <p:spPr bwMode="auto">
          <a:xfrm>
            <a:off x="479425" y="476250"/>
            <a:ext cx="8353426"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solidFill>
                  <a:schemeClr val="tx1"/>
                </a:solidFill>
              </a:defRPr>
            </a:lvl1pPr>
          </a:lstStyle>
          <a:p>
            <a:pPr lvl="0"/>
            <a:r>
              <a:rPr lang="en-US" dirty="0"/>
              <a:t>Use this layout for presentations using short and crisp headings</a:t>
            </a:r>
          </a:p>
        </p:txBody>
      </p:sp>
      <p:sp>
        <p:nvSpPr>
          <p:cNvPr id="4" name="Content Placeholder 2">
            <a:extLst>
              <a:ext uri="{FF2B5EF4-FFF2-40B4-BE49-F238E27FC236}">
                <a16:creationId xmlns:a16="http://schemas.microsoft.com/office/drawing/2014/main" id="{784F54AF-EED6-486A-9ACA-42061F4AAE9A}"/>
              </a:ext>
            </a:extLst>
          </p:cNvPr>
          <p:cNvSpPr>
            <a:spLocks noGrp="1"/>
          </p:cNvSpPr>
          <p:nvPr>
            <p:ph sz="quarter" idx="11" hasCustomPrompt="1"/>
          </p:nvPr>
        </p:nvSpPr>
        <p:spPr>
          <a:xfrm>
            <a:off x="479425" y="1844675"/>
            <a:ext cx="8353426" cy="439261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
        <p:nvSpPr>
          <p:cNvPr id="7" name="txtfooterCopy" descr="{&#10; &quot;SkabelonDesign&quot;: {&#10; &quot;textualValue&quot;: &quot;&lt;key1/&gt;&quot;,&#10; &quot;bindingCollection&quot;: {&#10; &quot;key1&quot;: {&quot;SkabelonDesign&quot;:{&quot;type&quot;:&quot;Text&quot;,&quot;binding&quot;:&quot;Module.FooterText&quot;}}&#10; }&#10; }&#10;}">
            <a:extLst>
              <a:ext uri="{FF2B5EF4-FFF2-40B4-BE49-F238E27FC236}">
                <a16:creationId xmlns:a16="http://schemas.microsoft.com/office/drawing/2014/main" id="{DB8BC610-C1B0-4C6A-B5C2-80DA487CE5DE}"/>
              </a:ext>
            </a:extLst>
          </p:cNvPr>
          <p:cNvSpPr txBox="1"/>
          <p:nvPr userDrawn="1"/>
        </p:nvSpPr>
        <p:spPr>
          <a:xfrm>
            <a:off x="421638" y="6524625"/>
            <a:ext cx="2040623" cy="123111"/>
          </a:xfrm>
          <a:prstGeom prst="rect">
            <a:avLst/>
          </a:prstGeom>
          <a:noFill/>
        </p:spPr>
        <p:txBody>
          <a:bodyPr vert="horz" wrap="none" lIns="0" tIns="0" rIns="0" bIns="0" rtlCol="0">
            <a:spAutoFit/>
          </a:bodyPr>
          <a:lstStyle/>
          <a:p>
            <a:pPr marL="0" indent="0" algn="l">
              <a:buFontTx/>
              <a:buNone/>
            </a:pPr>
            <a:r>
              <a:rPr lang="en-US" sz="800" b="0" i="0" u="none">
                <a:solidFill>
                  <a:schemeClr val="tx1"/>
                </a:solidFill>
                <a:latin typeface="+mn-lt"/>
              </a:rPr>
              <a:t>  |  2024-06-20  |  Ericsson Internal  |  Page </a:t>
            </a:r>
            <a:fld id="{641BD3DC-92E3-495A-ADEA-EB3C32E16026}" type="slidenum">
              <a:rPr lang="en-US" sz="800" b="0" i="0" u="none" smtClean="0">
                <a:solidFill>
                  <a:schemeClr val="tx1"/>
                </a:solidFill>
                <a:latin typeface="+mn-lt"/>
              </a:rPr>
              <a:t>‹#›</a:t>
            </a:fld>
            <a:endParaRPr lang="en-US" sz="800" b="0" i="0" u="none" dirty="0">
              <a:solidFill>
                <a:schemeClr val="tx1"/>
              </a:solidFill>
              <a:latin typeface="+mn-lt"/>
            </a:endParaRPr>
          </a:p>
        </p:txBody>
      </p:sp>
    </p:spTree>
    <p:extLst>
      <p:ext uri="{BB962C8B-B14F-4D97-AF65-F5344CB8AC3E}">
        <p14:creationId xmlns:p14="http://schemas.microsoft.com/office/powerpoint/2010/main" val="3607999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s">
    <p:spTree>
      <p:nvGrpSpPr>
        <p:cNvPr id="1" name=""/>
        <p:cNvGrpSpPr/>
        <p:nvPr/>
      </p:nvGrpSpPr>
      <p:grpSpPr>
        <a:xfrm>
          <a:off x="0" y="0"/>
          <a:ext cx="0" cy="0"/>
          <a:chOff x="0" y="0"/>
          <a:chExt cx="0" cy="0"/>
        </a:xfrm>
      </p:grpSpPr>
      <p:sp>
        <p:nvSpPr>
          <p:cNvPr id="6" name="Title_SM">
            <a:extLst>
              <a:ext uri="{FF2B5EF4-FFF2-40B4-BE49-F238E27FC236}">
                <a16:creationId xmlns:a16="http://schemas.microsoft.com/office/drawing/2014/main" id="{891BF4C4-9DF9-4D9F-A738-37FBCD45AA68}"/>
              </a:ext>
            </a:extLst>
          </p:cNvPr>
          <p:cNvSpPr>
            <a:spLocks noGrp="1" noChangeArrowheads="1"/>
          </p:cNvSpPr>
          <p:nvPr>
            <p:ph type="title" hasCustomPrompt="1"/>
          </p:nvPr>
        </p:nvSpPr>
        <p:spPr bwMode="auto">
          <a:xfrm>
            <a:off x="479425" y="476250"/>
            <a:ext cx="8353426"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solidFill>
                  <a:schemeClr val="tx1"/>
                </a:solidFill>
              </a:defRPr>
            </a:lvl1pPr>
          </a:lstStyle>
          <a:p>
            <a:pPr lvl="0"/>
            <a:r>
              <a:rPr lang="en-US" dirty="0"/>
              <a:t>Slide title, Ericsson Hilda Light 40pt, Ericsson Black, max 2-lines</a:t>
            </a:r>
          </a:p>
        </p:txBody>
      </p:sp>
      <p:sp>
        <p:nvSpPr>
          <p:cNvPr id="3" name="Content Placeholder 1"/>
          <p:cNvSpPr>
            <a:spLocks noGrp="1"/>
          </p:cNvSpPr>
          <p:nvPr>
            <p:ph sz="half" idx="1" hasCustomPrompt="1"/>
          </p:nvPr>
        </p:nvSpPr>
        <p:spPr>
          <a:xfrm>
            <a:off x="479425" y="1844675"/>
            <a:ext cx="5472113" cy="439261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
        <p:nvSpPr>
          <p:cNvPr id="5" name="Content Placeholder 3"/>
          <p:cNvSpPr>
            <a:spLocks noGrp="1"/>
          </p:cNvSpPr>
          <p:nvPr>
            <p:ph sz="quarter" idx="3" hasCustomPrompt="1"/>
          </p:nvPr>
        </p:nvSpPr>
        <p:spPr>
          <a:xfrm>
            <a:off x="6240463" y="1844674"/>
            <a:ext cx="5472112" cy="439261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
        <p:nvSpPr>
          <p:cNvPr id="8" name="txtfooterCopy" descr="{&#10; &quot;SkabelonDesign&quot;: {&#10; &quot;textualValue&quot;: &quot;&lt;key1/&gt;&quot;,&#10; &quot;bindingCollection&quot;: {&#10; &quot;key1&quot;: {&quot;SkabelonDesign&quot;:{&quot;type&quot;:&quot;Text&quot;,&quot;binding&quot;:&quot;Module.FooterText&quot;}}&#10; }&#10; }&#10;}">
            <a:extLst>
              <a:ext uri="{FF2B5EF4-FFF2-40B4-BE49-F238E27FC236}">
                <a16:creationId xmlns:a16="http://schemas.microsoft.com/office/drawing/2014/main" id="{53797230-5A6C-4718-8C90-CB9F2709B382}"/>
              </a:ext>
            </a:extLst>
          </p:cNvPr>
          <p:cNvSpPr txBox="1"/>
          <p:nvPr userDrawn="1"/>
        </p:nvSpPr>
        <p:spPr>
          <a:xfrm>
            <a:off x="421638" y="6524625"/>
            <a:ext cx="2040623" cy="123111"/>
          </a:xfrm>
          <a:prstGeom prst="rect">
            <a:avLst/>
          </a:prstGeom>
          <a:noFill/>
        </p:spPr>
        <p:txBody>
          <a:bodyPr vert="horz" wrap="none" lIns="0" tIns="0" rIns="0" bIns="0" rtlCol="0">
            <a:spAutoFit/>
          </a:bodyPr>
          <a:lstStyle/>
          <a:p>
            <a:pPr marL="0" indent="0" algn="l">
              <a:buFontTx/>
              <a:buNone/>
            </a:pPr>
            <a:r>
              <a:rPr lang="en-US" sz="800" b="0" i="0" u="none">
                <a:solidFill>
                  <a:schemeClr val="tx1"/>
                </a:solidFill>
                <a:latin typeface="+mn-lt"/>
              </a:rPr>
              <a:t>  |  2024-06-20  |  Ericsson Internal  |  Page </a:t>
            </a:r>
            <a:fld id="{2FE4B668-46BE-439B-9E8E-3A64A828F810}" type="slidenum">
              <a:rPr lang="en-US" sz="800" b="0" i="0" u="none" smtClean="0">
                <a:solidFill>
                  <a:schemeClr val="tx1"/>
                </a:solidFill>
                <a:latin typeface="+mn-lt"/>
              </a:rPr>
              <a:t>‹#›</a:t>
            </a:fld>
            <a:endParaRPr lang="en-US" sz="800" b="0" i="0" u="none" dirty="0">
              <a:solidFill>
                <a:schemeClr val="tx1"/>
              </a:solidFill>
              <a:latin typeface="+mn-lt"/>
            </a:endParaRPr>
          </a:p>
        </p:txBody>
      </p:sp>
    </p:spTree>
    <p:extLst>
      <p:ext uri="{BB962C8B-B14F-4D97-AF65-F5344CB8AC3E}">
        <p14:creationId xmlns:p14="http://schemas.microsoft.com/office/powerpoint/2010/main" val="675883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3 columns">
    <p:spTree>
      <p:nvGrpSpPr>
        <p:cNvPr id="1" name=""/>
        <p:cNvGrpSpPr/>
        <p:nvPr/>
      </p:nvGrpSpPr>
      <p:grpSpPr>
        <a:xfrm>
          <a:off x="0" y="0"/>
          <a:ext cx="0" cy="0"/>
          <a:chOff x="0" y="0"/>
          <a:chExt cx="0" cy="0"/>
        </a:xfrm>
      </p:grpSpPr>
      <p:sp>
        <p:nvSpPr>
          <p:cNvPr id="10" name="Title_SM">
            <a:extLst>
              <a:ext uri="{FF2B5EF4-FFF2-40B4-BE49-F238E27FC236}">
                <a16:creationId xmlns:a16="http://schemas.microsoft.com/office/drawing/2014/main" id="{6B686A21-AA96-4B0A-B7CE-F4C6D5D31B32}"/>
              </a:ext>
            </a:extLst>
          </p:cNvPr>
          <p:cNvSpPr>
            <a:spLocks noGrp="1" noChangeArrowheads="1"/>
          </p:cNvSpPr>
          <p:nvPr>
            <p:ph type="title" hasCustomPrompt="1"/>
          </p:nvPr>
        </p:nvSpPr>
        <p:spPr bwMode="auto">
          <a:xfrm>
            <a:off x="479425" y="476250"/>
            <a:ext cx="8353426"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solidFill>
                  <a:schemeClr val="tx1"/>
                </a:solidFill>
              </a:defRPr>
            </a:lvl1pPr>
          </a:lstStyle>
          <a:p>
            <a:pPr lvl="0"/>
            <a:r>
              <a:rPr lang="en-US" dirty="0"/>
              <a:t>Slide title, Ericsson Hilda Light 40pt, Ericsson Black, max 2-lines</a:t>
            </a:r>
          </a:p>
        </p:txBody>
      </p:sp>
      <p:sp>
        <p:nvSpPr>
          <p:cNvPr id="6" name="Content Placeholder 1"/>
          <p:cNvSpPr>
            <a:spLocks noGrp="1"/>
          </p:cNvSpPr>
          <p:nvPr>
            <p:ph sz="quarter" idx="11" hasCustomPrompt="1"/>
          </p:nvPr>
        </p:nvSpPr>
        <p:spPr>
          <a:xfrm>
            <a:off x="481052" y="1846580"/>
            <a:ext cx="3528000" cy="439261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p:txBody>
      </p:sp>
      <p:sp>
        <p:nvSpPr>
          <p:cNvPr id="8" name="Content Placeholder 2"/>
          <p:cNvSpPr>
            <a:spLocks noGrp="1"/>
          </p:cNvSpPr>
          <p:nvPr>
            <p:ph sz="quarter" idx="12" hasCustomPrompt="1"/>
          </p:nvPr>
        </p:nvSpPr>
        <p:spPr>
          <a:xfrm>
            <a:off x="4332814" y="1844674"/>
            <a:ext cx="3528000" cy="439261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p:txBody>
      </p:sp>
      <p:sp>
        <p:nvSpPr>
          <p:cNvPr id="7" name="Content Placeholder 3">
            <a:extLst>
              <a:ext uri="{FF2B5EF4-FFF2-40B4-BE49-F238E27FC236}">
                <a16:creationId xmlns:a16="http://schemas.microsoft.com/office/drawing/2014/main" id="{8E3794F8-471D-4987-945F-3C29BB03AB49}"/>
              </a:ext>
            </a:extLst>
          </p:cNvPr>
          <p:cNvSpPr>
            <a:spLocks noGrp="1"/>
          </p:cNvSpPr>
          <p:nvPr>
            <p:ph sz="quarter" idx="13" hasCustomPrompt="1"/>
          </p:nvPr>
        </p:nvSpPr>
        <p:spPr>
          <a:xfrm>
            <a:off x="8184575" y="1846580"/>
            <a:ext cx="3528000" cy="439261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p:txBody>
      </p:sp>
      <p:sp>
        <p:nvSpPr>
          <p:cNvPr id="9" name="txtfooterCopy" descr="{&#10; &quot;SkabelonDesign&quot;: {&#10; &quot;textualValue&quot;: &quot;&lt;key1/&gt;&quot;,&#10; &quot;bindingCollection&quot;: {&#10; &quot;key1&quot;: {&quot;SkabelonDesign&quot;:{&quot;type&quot;:&quot;Text&quot;,&quot;binding&quot;:&quot;Module.FooterText&quot;}}&#10; }&#10; }&#10;}">
            <a:extLst>
              <a:ext uri="{FF2B5EF4-FFF2-40B4-BE49-F238E27FC236}">
                <a16:creationId xmlns:a16="http://schemas.microsoft.com/office/drawing/2014/main" id="{2C8570FA-FAA3-4EFA-A4F1-01C285AE39DE}"/>
              </a:ext>
            </a:extLst>
          </p:cNvPr>
          <p:cNvSpPr txBox="1"/>
          <p:nvPr userDrawn="1"/>
        </p:nvSpPr>
        <p:spPr>
          <a:xfrm>
            <a:off x="421638" y="6524625"/>
            <a:ext cx="2040623" cy="123111"/>
          </a:xfrm>
          <a:prstGeom prst="rect">
            <a:avLst/>
          </a:prstGeom>
          <a:noFill/>
        </p:spPr>
        <p:txBody>
          <a:bodyPr vert="horz" wrap="none" lIns="0" tIns="0" rIns="0" bIns="0" rtlCol="0">
            <a:spAutoFit/>
          </a:bodyPr>
          <a:lstStyle/>
          <a:p>
            <a:pPr marL="0" indent="0" algn="l">
              <a:buFontTx/>
              <a:buNone/>
            </a:pPr>
            <a:r>
              <a:rPr lang="en-US" sz="800" b="0" i="0" u="none">
                <a:solidFill>
                  <a:schemeClr val="tx1"/>
                </a:solidFill>
                <a:latin typeface="+mn-lt"/>
              </a:rPr>
              <a:t>  |  2024-06-20  |  Ericsson Internal  |  Page </a:t>
            </a:r>
            <a:fld id="{BE138AC1-B22C-4505-928F-AE483A7A8481}" type="slidenum">
              <a:rPr lang="en-US" sz="800" b="0" i="0" u="none" smtClean="0">
                <a:solidFill>
                  <a:schemeClr val="tx1"/>
                </a:solidFill>
                <a:latin typeface="+mn-lt"/>
              </a:rPr>
              <a:t>‹#›</a:t>
            </a:fld>
            <a:endParaRPr lang="en-US" sz="800" b="0" i="0" u="none" dirty="0">
              <a:solidFill>
                <a:schemeClr val="tx1"/>
              </a:solidFill>
              <a:latin typeface="+mn-lt"/>
            </a:endParaRPr>
          </a:p>
        </p:txBody>
      </p:sp>
    </p:spTree>
    <p:extLst>
      <p:ext uri="{BB962C8B-B14F-4D97-AF65-F5344CB8AC3E}">
        <p14:creationId xmlns:p14="http://schemas.microsoft.com/office/powerpoint/2010/main" val="3545725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4 columns">
    <p:spTree>
      <p:nvGrpSpPr>
        <p:cNvPr id="1" name=""/>
        <p:cNvGrpSpPr/>
        <p:nvPr/>
      </p:nvGrpSpPr>
      <p:grpSpPr>
        <a:xfrm>
          <a:off x="0" y="0"/>
          <a:ext cx="0" cy="0"/>
          <a:chOff x="0" y="0"/>
          <a:chExt cx="0" cy="0"/>
        </a:xfrm>
      </p:grpSpPr>
      <p:sp>
        <p:nvSpPr>
          <p:cNvPr id="7" name="Title_SM">
            <a:extLst>
              <a:ext uri="{FF2B5EF4-FFF2-40B4-BE49-F238E27FC236}">
                <a16:creationId xmlns:a16="http://schemas.microsoft.com/office/drawing/2014/main" id="{F4D71A67-F349-4E68-B7B8-D53CE323A764}"/>
              </a:ext>
            </a:extLst>
          </p:cNvPr>
          <p:cNvSpPr>
            <a:spLocks noGrp="1" noChangeArrowheads="1"/>
          </p:cNvSpPr>
          <p:nvPr>
            <p:ph type="title" hasCustomPrompt="1"/>
          </p:nvPr>
        </p:nvSpPr>
        <p:spPr bwMode="auto">
          <a:xfrm>
            <a:off x="479425" y="476250"/>
            <a:ext cx="8353426"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solidFill>
                  <a:schemeClr val="tx1"/>
                </a:solidFill>
              </a:defRPr>
            </a:lvl1pPr>
          </a:lstStyle>
          <a:p>
            <a:pPr lvl="0"/>
            <a:r>
              <a:rPr lang="en-US" dirty="0"/>
              <a:t>Slide title, Ericsson Hilda Light 40pt, Ericsson Black, max 2-lines</a:t>
            </a:r>
          </a:p>
        </p:txBody>
      </p:sp>
      <p:sp>
        <p:nvSpPr>
          <p:cNvPr id="4" name="Content Placeholder 1"/>
          <p:cNvSpPr>
            <a:spLocks noGrp="1"/>
          </p:cNvSpPr>
          <p:nvPr>
            <p:ph sz="quarter" idx="10" hasCustomPrompt="1"/>
          </p:nvPr>
        </p:nvSpPr>
        <p:spPr>
          <a:xfrm>
            <a:off x="479425" y="1844674"/>
            <a:ext cx="2592388" cy="439261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p:txBody>
      </p:sp>
      <p:sp>
        <p:nvSpPr>
          <p:cNvPr id="6" name="Content Placeholder 2"/>
          <p:cNvSpPr>
            <a:spLocks noGrp="1"/>
          </p:cNvSpPr>
          <p:nvPr>
            <p:ph sz="quarter" idx="11" hasCustomPrompt="1"/>
          </p:nvPr>
        </p:nvSpPr>
        <p:spPr>
          <a:xfrm>
            <a:off x="3359149" y="1844674"/>
            <a:ext cx="2592389" cy="439261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lvl4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p:txBody>
      </p:sp>
      <p:sp>
        <p:nvSpPr>
          <p:cNvPr id="8" name="Content Placeholder 3"/>
          <p:cNvSpPr>
            <a:spLocks noGrp="1"/>
          </p:cNvSpPr>
          <p:nvPr>
            <p:ph sz="quarter" idx="12" hasCustomPrompt="1"/>
          </p:nvPr>
        </p:nvSpPr>
        <p:spPr>
          <a:xfrm>
            <a:off x="6240463" y="1844674"/>
            <a:ext cx="2592388" cy="4392614"/>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lvl4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p:txBody>
      </p:sp>
      <p:sp>
        <p:nvSpPr>
          <p:cNvPr id="9" name="Content Placeholder 4"/>
          <p:cNvSpPr>
            <a:spLocks noGrp="1"/>
          </p:cNvSpPr>
          <p:nvPr>
            <p:ph sz="quarter" idx="13" hasCustomPrompt="1"/>
          </p:nvPr>
        </p:nvSpPr>
        <p:spPr>
          <a:xfrm>
            <a:off x="9120188" y="1844674"/>
            <a:ext cx="2592387" cy="439261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lvl4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p:txBody>
      </p:sp>
      <p:sp>
        <p:nvSpPr>
          <p:cNvPr id="11" name="txtfooterCopy" descr="{&#10; &quot;SkabelonDesign&quot;: {&#10; &quot;textualValue&quot;: &quot;&lt;key1/&gt;&quot;,&#10; &quot;bindingCollection&quot;: {&#10; &quot;key1&quot;: {&quot;SkabelonDesign&quot;:{&quot;type&quot;:&quot;Text&quot;,&quot;binding&quot;:&quot;Module.FooterText&quot;}}&#10; }&#10; }&#10;}">
            <a:extLst>
              <a:ext uri="{FF2B5EF4-FFF2-40B4-BE49-F238E27FC236}">
                <a16:creationId xmlns:a16="http://schemas.microsoft.com/office/drawing/2014/main" id="{A55C34B4-681E-4FDA-A9BB-6BC31D94C8D6}"/>
              </a:ext>
            </a:extLst>
          </p:cNvPr>
          <p:cNvSpPr txBox="1"/>
          <p:nvPr userDrawn="1"/>
        </p:nvSpPr>
        <p:spPr>
          <a:xfrm>
            <a:off x="421638" y="6524625"/>
            <a:ext cx="2040623" cy="123111"/>
          </a:xfrm>
          <a:prstGeom prst="rect">
            <a:avLst/>
          </a:prstGeom>
          <a:noFill/>
        </p:spPr>
        <p:txBody>
          <a:bodyPr vert="horz" wrap="none" lIns="0" tIns="0" rIns="0" bIns="0" rtlCol="0">
            <a:spAutoFit/>
          </a:bodyPr>
          <a:lstStyle/>
          <a:p>
            <a:pPr marL="0" indent="0" algn="l">
              <a:buFontTx/>
              <a:buNone/>
            </a:pPr>
            <a:r>
              <a:rPr lang="en-US" sz="800" b="0" i="0" u="none">
                <a:solidFill>
                  <a:schemeClr val="tx1"/>
                </a:solidFill>
                <a:latin typeface="+mn-lt"/>
              </a:rPr>
              <a:t>  |  2024-06-20  |  Ericsson Internal  |  Page </a:t>
            </a:r>
            <a:fld id="{6C26E273-A382-420E-BDC2-D9CB5508F02F}" type="slidenum">
              <a:rPr lang="en-US" sz="800" b="0" i="0" u="none" smtClean="0">
                <a:solidFill>
                  <a:schemeClr val="tx1"/>
                </a:solidFill>
                <a:latin typeface="+mn-lt"/>
              </a:rPr>
              <a:t>‹#›</a:t>
            </a:fld>
            <a:endParaRPr lang="en-US" sz="800" b="0" i="0" u="none" dirty="0">
              <a:solidFill>
                <a:schemeClr val="tx1"/>
              </a:solidFill>
              <a:latin typeface="+mn-lt"/>
            </a:endParaRPr>
          </a:p>
        </p:txBody>
      </p:sp>
    </p:spTree>
    <p:extLst>
      <p:ext uri="{BB962C8B-B14F-4D97-AF65-F5344CB8AC3E}">
        <p14:creationId xmlns:p14="http://schemas.microsoft.com/office/powerpoint/2010/main" val="2275899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9" name="Title_SM">
            <a:extLst>
              <a:ext uri="{FF2B5EF4-FFF2-40B4-BE49-F238E27FC236}">
                <a16:creationId xmlns:a16="http://schemas.microsoft.com/office/drawing/2014/main" id="{2C948968-FB06-45CC-8259-6BDE4430EACB}"/>
              </a:ext>
            </a:extLst>
          </p:cNvPr>
          <p:cNvSpPr>
            <a:spLocks noGrp="1" noChangeArrowheads="1"/>
          </p:cNvSpPr>
          <p:nvPr>
            <p:ph type="title" hasCustomPrompt="1"/>
          </p:nvPr>
        </p:nvSpPr>
        <p:spPr bwMode="auto">
          <a:xfrm>
            <a:off x="479425" y="476250"/>
            <a:ext cx="8353426"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solidFill>
                  <a:schemeClr val="tx1"/>
                </a:solidFill>
              </a:defRPr>
            </a:lvl1pPr>
          </a:lstStyle>
          <a:p>
            <a:pPr lvl="0"/>
            <a:r>
              <a:rPr lang="en-US" dirty="0"/>
              <a:t>Slide title, Ericsson Hilda Light 40pt, Ericsson Black, max 2-lines</a:t>
            </a:r>
          </a:p>
        </p:txBody>
      </p:sp>
      <p:sp>
        <p:nvSpPr>
          <p:cNvPr id="3" name="Content Placeholder 1"/>
          <p:cNvSpPr>
            <a:spLocks noGrp="1"/>
          </p:cNvSpPr>
          <p:nvPr>
            <p:ph sz="quarter" idx="1" hasCustomPrompt="1"/>
          </p:nvPr>
        </p:nvSpPr>
        <p:spPr>
          <a:xfrm>
            <a:off x="481655" y="1844674"/>
            <a:ext cx="5472113" cy="2089151"/>
          </a:xfrm>
          <a:prstGeom prst="rect">
            <a:avLst/>
          </a:prstGeom>
        </p:spPr>
        <p:txBody>
          <a:bodyPr lIns="72000" tIns="3600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
        <p:nvSpPr>
          <p:cNvPr id="4" name="Content Placeholder 2"/>
          <p:cNvSpPr>
            <a:spLocks noGrp="1"/>
          </p:cNvSpPr>
          <p:nvPr>
            <p:ph sz="quarter" idx="2" hasCustomPrompt="1"/>
          </p:nvPr>
        </p:nvSpPr>
        <p:spPr>
          <a:xfrm>
            <a:off x="6242694" y="1847723"/>
            <a:ext cx="5472113" cy="2089151"/>
          </a:xfrm>
          <a:prstGeom prst="rect">
            <a:avLst/>
          </a:prstGeom>
        </p:spPr>
        <p:txBody>
          <a:bodyPr lIns="72000" tIns="3600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
        <p:nvSpPr>
          <p:cNvPr id="6" name="Content Placeholder 3"/>
          <p:cNvSpPr>
            <a:spLocks noGrp="1"/>
          </p:cNvSpPr>
          <p:nvPr>
            <p:ph sz="quarter" idx="4" hasCustomPrompt="1"/>
          </p:nvPr>
        </p:nvSpPr>
        <p:spPr>
          <a:xfrm>
            <a:off x="6242694" y="4151955"/>
            <a:ext cx="5472113" cy="2087564"/>
          </a:xfrm>
          <a:prstGeom prst="rect">
            <a:avLst/>
          </a:prstGeom>
        </p:spPr>
        <p:txBody>
          <a:bodyPr lIns="72000" tIns="3600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
        <p:nvSpPr>
          <p:cNvPr id="7" name="Content Placeholder 4">
            <a:extLst>
              <a:ext uri="{FF2B5EF4-FFF2-40B4-BE49-F238E27FC236}">
                <a16:creationId xmlns:a16="http://schemas.microsoft.com/office/drawing/2014/main" id="{5BD2C41D-0700-4885-AB77-25AFFE4E1FDA}"/>
              </a:ext>
            </a:extLst>
          </p:cNvPr>
          <p:cNvSpPr>
            <a:spLocks noGrp="1"/>
          </p:cNvSpPr>
          <p:nvPr>
            <p:ph sz="quarter" idx="10" hasCustomPrompt="1"/>
          </p:nvPr>
        </p:nvSpPr>
        <p:spPr>
          <a:xfrm>
            <a:off x="481655" y="4152597"/>
            <a:ext cx="5472113" cy="2089151"/>
          </a:xfrm>
          <a:prstGeom prst="rect">
            <a:avLst/>
          </a:prstGeom>
        </p:spPr>
        <p:txBody>
          <a:bodyPr lIns="72000" tIns="3600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
        <p:nvSpPr>
          <p:cNvPr id="10" name="txtfooterCopy" descr="{&#10; &quot;SkabelonDesign&quot;: {&#10; &quot;textualValue&quot;: &quot;&lt;key1/&gt;&quot;,&#10; &quot;bindingCollection&quot;: {&#10; &quot;key1&quot;: {&quot;SkabelonDesign&quot;:{&quot;type&quot;:&quot;Text&quot;,&quot;binding&quot;:&quot;Module.FooterText&quot;}}&#10; }&#10; }&#10;}">
            <a:extLst>
              <a:ext uri="{FF2B5EF4-FFF2-40B4-BE49-F238E27FC236}">
                <a16:creationId xmlns:a16="http://schemas.microsoft.com/office/drawing/2014/main" id="{549048C1-340D-44C4-857B-1B201EC9A7E7}"/>
              </a:ext>
            </a:extLst>
          </p:cNvPr>
          <p:cNvSpPr txBox="1"/>
          <p:nvPr userDrawn="1"/>
        </p:nvSpPr>
        <p:spPr>
          <a:xfrm>
            <a:off x="421638" y="6524625"/>
            <a:ext cx="2040623" cy="123111"/>
          </a:xfrm>
          <a:prstGeom prst="rect">
            <a:avLst/>
          </a:prstGeom>
          <a:noFill/>
        </p:spPr>
        <p:txBody>
          <a:bodyPr vert="horz" wrap="none" lIns="0" tIns="0" rIns="0" bIns="0" rtlCol="0">
            <a:spAutoFit/>
          </a:bodyPr>
          <a:lstStyle/>
          <a:p>
            <a:pPr marL="0" indent="0" algn="l">
              <a:buFontTx/>
              <a:buNone/>
            </a:pPr>
            <a:r>
              <a:rPr lang="en-US" sz="800" b="0" i="0" u="none">
                <a:solidFill>
                  <a:schemeClr val="tx1"/>
                </a:solidFill>
                <a:latin typeface="+mn-lt"/>
              </a:rPr>
              <a:t>  |  2024-06-20  |  Ericsson Internal  |  Page </a:t>
            </a:r>
            <a:fld id="{EF19E6BF-BE31-4377-87C1-7C3CA713E9FC}" type="slidenum">
              <a:rPr lang="en-US" sz="800" b="0" i="0" u="none" smtClean="0">
                <a:solidFill>
                  <a:schemeClr val="tx1"/>
                </a:solidFill>
                <a:latin typeface="+mn-lt"/>
              </a:rPr>
              <a:t>‹#›</a:t>
            </a:fld>
            <a:endParaRPr lang="en-US" sz="800" b="0" i="0" u="none" dirty="0">
              <a:solidFill>
                <a:schemeClr val="tx1"/>
              </a:solidFill>
              <a:latin typeface="+mn-lt"/>
            </a:endParaRPr>
          </a:p>
        </p:txBody>
      </p:sp>
    </p:spTree>
    <p:extLst>
      <p:ext uri="{BB962C8B-B14F-4D97-AF65-F5344CB8AC3E}">
        <p14:creationId xmlns:p14="http://schemas.microsoft.com/office/powerpoint/2010/main" val="2548612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8 Content">
    <p:spTree>
      <p:nvGrpSpPr>
        <p:cNvPr id="1" name=""/>
        <p:cNvGrpSpPr/>
        <p:nvPr/>
      </p:nvGrpSpPr>
      <p:grpSpPr>
        <a:xfrm>
          <a:off x="0" y="0"/>
          <a:ext cx="0" cy="0"/>
          <a:chOff x="0" y="0"/>
          <a:chExt cx="0" cy="0"/>
        </a:xfrm>
      </p:grpSpPr>
      <p:sp>
        <p:nvSpPr>
          <p:cNvPr id="13" name="Title_SM">
            <a:extLst>
              <a:ext uri="{FF2B5EF4-FFF2-40B4-BE49-F238E27FC236}">
                <a16:creationId xmlns:a16="http://schemas.microsoft.com/office/drawing/2014/main" id="{99858DC4-E787-41D2-A613-961D60F89117}"/>
              </a:ext>
            </a:extLst>
          </p:cNvPr>
          <p:cNvSpPr>
            <a:spLocks noGrp="1" noChangeArrowheads="1"/>
          </p:cNvSpPr>
          <p:nvPr>
            <p:ph type="title" hasCustomPrompt="1"/>
          </p:nvPr>
        </p:nvSpPr>
        <p:spPr bwMode="auto">
          <a:xfrm>
            <a:off x="479425" y="476250"/>
            <a:ext cx="8353426"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solidFill>
                  <a:schemeClr val="tx1"/>
                </a:solidFill>
              </a:defRPr>
            </a:lvl1pPr>
          </a:lstStyle>
          <a:p>
            <a:pPr lvl="0"/>
            <a:r>
              <a:rPr lang="en-US" dirty="0"/>
              <a:t>Slide title, Ericsson Hilda Light 40pt, Ericsson Black, max 2-lines</a:t>
            </a:r>
          </a:p>
        </p:txBody>
      </p:sp>
      <p:sp>
        <p:nvSpPr>
          <p:cNvPr id="3" name="Content Placeholder 1"/>
          <p:cNvSpPr>
            <a:spLocks noGrp="1"/>
          </p:cNvSpPr>
          <p:nvPr>
            <p:ph sz="quarter" idx="1" hasCustomPrompt="1"/>
          </p:nvPr>
        </p:nvSpPr>
        <p:spPr>
          <a:xfrm>
            <a:off x="481560" y="1844675"/>
            <a:ext cx="2592389" cy="2089150"/>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lvl4pPr>
            <a:lvl5pPr>
              <a:defRPr sz="2000"/>
            </a:lvl5pPr>
          </a:lstStyle>
          <a:p>
            <a:pPr lvl="0"/>
            <a:r>
              <a:rPr lang="en-US" dirty="0"/>
              <a:t>For heading, use Ericsson Hilda in bold. For copy and bullets, use E. Hilda.</a:t>
            </a:r>
          </a:p>
          <a:p>
            <a:pPr lvl="0"/>
            <a:r>
              <a:rPr lang="en-US" dirty="0"/>
              <a:t>First level</a:t>
            </a:r>
          </a:p>
          <a:p>
            <a:pPr lvl="1"/>
            <a:r>
              <a:rPr lang="en-US" dirty="0"/>
              <a:t>Second level</a:t>
            </a:r>
          </a:p>
        </p:txBody>
      </p:sp>
      <p:sp>
        <p:nvSpPr>
          <p:cNvPr id="4" name="Content Placeholder 2"/>
          <p:cNvSpPr>
            <a:spLocks noGrp="1"/>
          </p:cNvSpPr>
          <p:nvPr>
            <p:ph sz="quarter" idx="2" hasCustomPrompt="1"/>
          </p:nvPr>
        </p:nvSpPr>
        <p:spPr>
          <a:xfrm>
            <a:off x="6243216" y="1844674"/>
            <a:ext cx="2592387" cy="2089150"/>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solidFill>
                  <a:schemeClr val="tx1"/>
                </a:solidFill>
              </a:defRPr>
            </a:lvl4pPr>
            <a:lvl5pPr>
              <a:defRPr sz="2000"/>
            </a:lvl5pPr>
          </a:lstStyle>
          <a:p>
            <a:pPr lvl="0"/>
            <a:r>
              <a:rPr lang="en-US" dirty="0"/>
              <a:t>For heading, use Ericsson Hilda in bold. For copy and bullets, use E. Hilda.</a:t>
            </a:r>
          </a:p>
          <a:p>
            <a:pPr lvl="0"/>
            <a:r>
              <a:rPr lang="en-US" dirty="0"/>
              <a:t>First level</a:t>
            </a:r>
          </a:p>
          <a:p>
            <a:pPr lvl="1"/>
            <a:r>
              <a:rPr lang="en-US" dirty="0"/>
              <a:t>Second level</a:t>
            </a:r>
          </a:p>
          <a:p>
            <a:pPr lvl="3"/>
            <a:endParaRPr lang="en-US" dirty="0"/>
          </a:p>
        </p:txBody>
      </p:sp>
      <p:sp>
        <p:nvSpPr>
          <p:cNvPr id="5" name="Content Placeholder 3"/>
          <p:cNvSpPr>
            <a:spLocks noGrp="1"/>
          </p:cNvSpPr>
          <p:nvPr>
            <p:ph sz="quarter" idx="3" hasCustomPrompt="1"/>
          </p:nvPr>
        </p:nvSpPr>
        <p:spPr>
          <a:xfrm>
            <a:off x="481561" y="4151134"/>
            <a:ext cx="2592389" cy="2087563"/>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lvl4pPr>
            <a:lvl5pPr>
              <a:defRPr sz="2000"/>
            </a:lvl5pPr>
          </a:lstStyle>
          <a:p>
            <a:pPr lvl="0"/>
            <a:r>
              <a:rPr lang="en-US" dirty="0"/>
              <a:t>For heading, use Ericsson Hilda in bold. For copy and bullets, use E. Hilda.</a:t>
            </a:r>
          </a:p>
          <a:p>
            <a:pPr lvl="0"/>
            <a:r>
              <a:rPr lang="en-US" dirty="0"/>
              <a:t>First level</a:t>
            </a:r>
          </a:p>
          <a:p>
            <a:pPr lvl="1"/>
            <a:r>
              <a:rPr lang="en-US" dirty="0"/>
              <a:t>Second level</a:t>
            </a:r>
          </a:p>
        </p:txBody>
      </p:sp>
      <p:sp>
        <p:nvSpPr>
          <p:cNvPr id="6" name="Content Placeholder 4"/>
          <p:cNvSpPr>
            <a:spLocks noGrp="1"/>
          </p:cNvSpPr>
          <p:nvPr>
            <p:ph sz="quarter" idx="4" hasCustomPrompt="1"/>
          </p:nvPr>
        </p:nvSpPr>
        <p:spPr>
          <a:xfrm>
            <a:off x="6243152" y="4151245"/>
            <a:ext cx="2592387" cy="2086292"/>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lvl4pPr>
            <a:lvl5pPr marL="1028700" indent="0">
              <a:buNone/>
              <a:defRPr sz="2000"/>
            </a:lvl5pPr>
          </a:lstStyle>
          <a:p>
            <a:pPr lvl="0"/>
            <a:r>
              <a:rPr lang="en-US" dirty="0"/>
              <a:t>For heading, use Ericsson Hilda in bold. For copy and bullets, use E. Hilda.</a:t>
            </a:r>
          </a:p>
          <a:p>
            <a:pPr lvl="0"/>
            <a:r>
              <a:rPr lang="en-US" dirty="0"/>
              <a:t>First level</a:t>
            </a:r>
          </a:p>
          <a:p>
            <a:pPr lvl="1"/>
            <a:r>
              <a:rPr lang="en-US" dirty="0"/>
              <a:t>Second level</a:t>
            </a:r>
          </a:p>
        </p:txBody>
      </p:sp>
      <p:sp>
        <p:nvSpPr>
          <p:cNvPr id="9" name="Content Placeholder 5"/>
          <p:cNvSpPr>
            <a:spLocks noGrp="1"/>
          </p:cNvSpPr>
          <p:nvPr>
            <p:ph sz="quarter" idx="11" hasCustomPrompt="1"/>
          </p:nvPr>
        </p:nvSpPr>
        <p:spPr>
          <a:xfrm>
            <a:off x="3359835" y="1844674"/>
            <a:ext cx="2592388" cy="2089150"/>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lvl4pPr>
            <a:lvl5pPr>
              <a:defRPr sz="2000"/>
            </a:lvl5pPr>
          </a:lstStyle>
          <a:p>
            <a:pPr lvl="0"/>
            <a:r>
              <a:rPr lang="en-US" dirty="0"/>
              <a:t>For heading, use Ericsson Hilda in bold. For copy and bullets, use E. Hilda.</a:t>
            </a:r>
          </a:p>
          <a:p>
            <a:pPr lvl="0"/>
            <a:r>
              <a:rPr lang="en-US" dirty="0"/>
              <a:t>First level</a:t>
            </a:r>
          </a:p>
          <a:p>
            <a:pPr lvl="1"/>
            <a:r>
              <a:rPr lang="en-US" dirty="0"/>
              <a:t>Second level</a:t>
            </a:r>
          </a:p>
        </p:txBody>
      </p:sp>
      <p:sp>
        <p:nvSpPr>
          <p:cNvPr id="8" name="Content Placeholder 6"/>
          <p:cNvSpPr>
            <a:spLocks noGrp="1"/>
          </p:cNvSpPr>
          <p:nvPr>
            <p:ph sz="quarter" idx="10" hasCustomPrompt="1"/>
          </p:nvPr>
        </p:nvSpPr>
        <p:spPr>
          <a:xfrm>
            <a:off x="3361288" y="4151861"/>
            <a:ext cx="2592387" cy="2087563"/>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lvl4pPr>
            <a:lvl5pPr>
              <a:defRPr sz="2000"/>
            </a:lvl5pPr>
          </a:lstStyle>
          <a:p>
            <a:pPr lvl="0"/>
            <a:r>
              <a:rPr lang="en-US" dirty="0"/>
              <a:t>For heading, use Ericsson Hilda in bold. For copy and bullets, use E. Hilda.</a:t>
            </a:r>
          </a:p>
          <a:p>
            <a:pPr lvl="0"/>
            <a:r>
              <a:rPr lang="en-US" dirty="0"/>
              <a:t>First level</a:t>
            </a:r>
          </a:p>
          <a:p>
            <a:pPr lvl="1"/>
            <a:r>
              <a:rPr lang="en-US" dirty="0"/>
              <a:t>Second level</a:t>
            </a:r>
          </a:p>
        </p:txBody>
      </p:sp>
      <p:sp>
        <p:nvSpPr>
          <p:cNvPr id="11" name="Content Placeholder 7"/>
          <p:cNvSpPr>
            <a:spLocks noGrp="1"/>
          </p:cNvSpPr>
          <p:nvPr>
            <p:ph sz="quarter" idx="13" hasCustomPrompt="1"/>
          </p:nvPr>
        </p:nvSpPr>
        <p:spPr>
          <a:xfrm>
            <a:off x="9122324" y="1844674"/>
            <a:ext cx="2592387" cy="2089151"/>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solidFill>
                  <a:schemeClr val="tx1"/>
                </a:solidFill>
              </a:defRPr>
            </a:lvl4pPr>
            <a:lvl5pPr>
              <a:defRPr sz="2000"/>
            </a:lvl5pPr>
          </a:lstStyle>
          <a:p>
            <a:pPr lvl="0"/>
            <a:r>
              <a:rPr lang="en-US" dirty="0"/>
              <a:t>For heading, use Ericsson Hilda in bold. For copy and bullets, use E. Hilda.</a:t>
            </a:r>
          </a:p>
          <a:p>
            <a:pPr lvl="0"/>
            <a:r>
              <a:rPr lang="en-US" dirty="0"/>
              <a:t>First level</a:t>
            </a:r>
          </a:p>
          <a:p>
            <a:pPr lvl="1"/>
            <a:r>
              <a:rPr lang="en-US" dirty="0"/>
              <a:t>Second level</a:t>
            </a:r>
          </a:p>
          <a:p>
            <a:pPr lvl="3"/>
            <a:endParaRPr lang="en-US" dirty="0"/>
          </a:p>
        </p:txBody>
      </p:sp>
      <p:sp>
        <p:nvSpPr>
          <p:cNvPr id="10" name="Content Placeholder 8"/>
          <p:cNvSpPr>
            <a:spLocks noGrp="1"/>
          </p:cNvSpPr>
          <p:nvPr>
            <p:ph sz="quarter" idx="12" hasCustomPrompt="1"/>
          </p:nvPr>
        </p:nvSpPr>
        <p:spPr>
          <a:xfrm>
            <a:off x="9122324" y="4151861"/>
            <a:ext cx="2592387" cy="2087562"/>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lvl4pPr>
            <a:lvl5pPr>
              <a:defRPr sz="2000"/>
            </a:lvl5pPr>
          </a:lstStyle>
          <a:p>
            <a:pPr lvl="0"/>
            <a:r>
              <a:rPr lang="en-US" dirty="0"/>
              <a:t>For heading, use Ericsson Hilda in bold. For copy and bullets, use E. Hilda.</a:t>
            </a:r>
          </a:p>
          <a:p>
            <a:pPr lvl="0"/>
            <a:r>
              <a:rPr lang="en-US" dirty="0"/>
              <a:t>First level</a:t>
            </a:r>
          </a:p>
          <a:p>
            <a:pPr lvl="1"/>
            <a:r>
              <a:rPr lang="en-US" dirty="0"/>
              <a:t>Second level</a:t>
            </a:r>
          </a:p>
        </p:txBody>
      </p:sp>
      <p:sp>
        <p:nvSpPr>
          <p:cNvPr id="14" name="txtfooterCopy" descr="{&#10; &quot;SkabelonDesign&quot;: {&#10; &quot;textualValue&quot;: &quot;&lt;key1/&gt;&quot;,&#10; &quot;bindingCollection&quot;: {&#10; &quot;key1&quot;: {&quot;SkabelonDesign&quot;:{&quot;type&quot;:&quot;Text&quot;,&quot;binding&quot;:&quot;Module.FooterText&quot;}}&#10; }&#10; }&#10;}">
            <a:extLst>
              <a:ext uri="{FF2B5EF4-FFF2-40B4-BE49-F238E27FC236}">
                <a16:creationId xmlns:a16="http://schemas.microsoft.com/office/drawing/2014/main" id="{089CBEB5-348B-49F3-8F8B-FDEE08950E37}"/>
              </a:ext>
            </a:extLst>
          </p:cNvPr>
          <p:cNvSpPr txBox="1"/>
          <p:nvPr userDrawn="1"/>
        </p:nvSpPr>
        <p:spPr>
          <a:xfrm>
            <a:off x="421638" y="6524625"/>
            <a:ext cx="2040623" cy="123111"/>
          </a:xfrm>
          <a:prstGeom prst="rect">
            <a:avLst/>
          </a:prstGeom>
          <a:noFill/>
        </p:spPr>
        <p:txBody>
          <a:bodyPr vert="horz" wrap="none" lIns="0" tIns="0" rIns="0" bIns="0" rtlCol="0">
            <a:spAutoFit/>
          </a:bodyPr>
          <a:lstStyle/>
          <a:p>
            <a:pPr marL="0" indent="0" algn="l">
              <a:buFontTx/>
              <a:buNone/>
            </a:pPr>
            <a:r>
              <a:rPr lang="en-US" sz="800" b="0" i="0" u="none">
                <a:solidFill>
                  <a:schemeClr val="tx1"/>
                </a:solidFill>
                <a:latin typeface="+mn-lt"/>
              </a:rPr>
              <a:t>  |  2024-06-20  |  Ericsson Internal  |  Page </a:t>
            </a:r>
            <a:fld id="{E6122A0A-2715-4DAF-B7AA-BABCEE6F9267}" type="slidenum">
              <a:rPr lang="en-US" sz="800" b="0" i="0" u="none" smtClean="0">
                <a:solidFill>
                  <a:schemeClr val="tx1"/>
                </a:solidFill>
                <a:latin typeface="+mn-lt"/>
              </a:rPr>
              <a:t>‹#›</a:t>
            </a:fld>
            <a:endParaRPr lang="en-US" sz="800" b="0" i="0" u="none" dirty="0">
              <a:solidFill>
                <a:schemeClr val="tx1"/>
              </a:solidFill>
              <a:latin typeface="+mn-lt"/>
            </a:endParaRPr>
          </a:p>
        </p:txBody>
      </p:sp>
    </p:spTree>
    <p:extLst>
      <p:ext uri="{BB962C8B-B14F-4D97-AF65-F5344CB8AC3E}">
        <p14:creationId xmlns:p14="http://schemas.microsoft.com/office/powerpoint/2010/main" val="1436988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ck logo end slide">
    <p:spTree>
      <p:nvGrpSpPr>
        <p:cNvPr id="1" name=""/>
        <p:cNvGrpSpPr/>
        <p:nvPr/>
      </p:nvGrpSpPr>
      <p:grpSpPr>
        <a:xfrm>
          <a:off x="0" y="0"/>
          <a:ext cx="0" cy="0"/>
          <a:chOff x="0" y="0"/>
          <a:chExt cx="0" cy="0"/>
        </a:xfrm>
      </p:grpSpPr>
      <p:sp>
        <p:nvSpPr>
          <p:cNvPr id="9" name="SubTitle_TM">
            <a:extLst>
              <a:ext uri="{FF2B5EF4-FFF2-40B4-BE49-F238E27FC236}">
                <a16:creationId xmlns:a16="http://schemas.microsoft.com/office/drawing/2014/main" id="{B200748E-0B61-48E1-8B47-504C30250995}"/>
              </a:ext>
            </a:extLst>
          </p:cNvPr>
          <p:cNvSpPr>
            <a:spLocks noGrp="1" noChangeArrowheads="1"/>
          </p:cNvSpPr>
          <p:nvPr>
            <p:ph type="subTitle" idx="1" hasCustomPrompt="1"/>
          </p:nvPr>
        </p:nvSpPr>
        <p:spPr>
          <a:xfrm>
            <a:off x="3071813" y="4309200"/>
            <a:ext cx="6048375" cy="347472"/>
          </a:xfrm>
          <a:prstGeom prst="rect">
            <a:avLst/>
          </a:prstGeom>
        </p:spPr>
        <p:txBody>
          <a:bodyPr rIns="72000" anchor="ctr"/>
          <a:lstStyle>
            <a:lvl1pPr marL="0" indent="0" algn="ctr">
              <a:lnSpc>
                <a:spcPct val="100000"/>
              </a:lnSpc>
              <a:spcBef>
                <a:spcPts val="0"/>
              </a:spcBef>
              <a:buFont typeface="Ericsson Hilda Light" charset="0"/>
              <a:buNone/>
              <a:defRPr sz="2000" baseline="0">
                <a:solidFill>
                  <a:schemeClr val="tx1"/>
                </a:solidFill>
                <a:latin typeface="+mn-lt"/>
              </a:defRPr>
            </a:lvl1pPr>
          </a:lstStyle>
          <a:p>
            <a:r>
              <a:rPr lang="en-US" dirty="0"/>
              <a:t>Use this space for relevant Ericsson URLs or hashtags</a:t>
            </a:r>
          </a:p>
        </p:txBody>
      </p:sp>
      <p:pic>
        <p:nvPicPr>
          <p:cNvPr id="6" name="Graphic 5">
            <a:extLst>
              <a:ext uri="{FF2B5EF4-FFF2-40B4-BE49-F238E27FC236}">
                <a16:creationId xmlns:a16="http://schemas.microsoft.com/office/drawing/2014/main" id="{8979B00C-7C1F-4F17-8D52-31D787A1234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06895" y="2854112"/>
            <a:ext cx="1163145" cy="1163145"/>
          </a:xfrm>
          <a:prstGeom prst="rect">
            <a:avLst/>
          </a:prstGeom>
        </p:spPr>
      </p:pic>
    </p:spTree>
    <p:extLst>
      <p:ext uri="{BB962C8B-B14F-4D97-AF65-F5344CB8AC3E}">
        <p14:creationId xmlns:p14="http://schemas.microsoft.com/office/powerpoint/2010/main" val="576168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Embedded character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AF35DD-3E5E-42CB-AFA5-5E09E14F72A4}"/>
              </a:ext>
            </a:extLst>
          </p:cNvPr>
          <p:cNvSpPr txBox="1"/>
          <p:nvPr userDrawn="1"/>
        </p:nvSpPr>
        <p:spPr bwMode="auto">
          <a:xfrm>
            <a:off x="479425" y="142897"/>
            <a:ext cx="11233149" cy="6561215"/>
          </a:xfrm>
          <a:prstGeom prst="rect">
            <a:avLst/>
          </a:prstGeom>
          <a:noFill/>
          <a:ln w="9525">
            <a:noFill/>
            <a:miter lim="800000"/>
            <a:headEnd/>
            <a:tailEnd/>
          </a:ln>
        </p:spPr>
        <p:txBody>
          <a:bodyPr vert="horz" wrap="square" lIns="72000" tIns="36000" rIns="0" bIns="0" numCol="1" rtlCol="0" anchor="t" anchorCtr="0" compatLnSpc="1">
            <a:prstTxWarp prst="textNoShape">
              <a:avLst/>
            </a:prstTxWarp>
            <a:spAutoFit/>
          </a:bodyPr>
          <a:lstStyle/>
          <a:p>
            <a:pPr marL="0" indent="0">
              <a:buClr>
                <a:schemeClr val="tx1"/>
              </a:buClr>
              <a:buFont typeface="Ericsson Hilda Light" panose="00000400000000000000" pitchFamily="2" charset="0"/>
              <a:buNone/>
            </a:pPr>
            <a:r>
              <a:rPr lang="en-US" sz="1400" b="1" dirty="0">
                <a:solidFill>
                  <a:schemeClr val="tx1"/>
                </a:solidFill>
                <a:latin typeface="+mn-lt"/>
              </a:rPr>
              <a:t>This Master Slide is to ensure that all our characters are embedded with the presentation. Should not be used in a presentation.</a:t>
            </a:r>
            <a:endParaRPr lang="en-US" dirty="0"/>
          </a:p>
          <a:p>
            <a:pPr marL="0" indent="0">
              <a:buClr>
                <a:schemeClr val="tx1"/>
              </a:buClr>
              <a:buFont typeface="Ericsson Hilda Light" panose="00000400000000000000" pitchFamily="2" charset="0"/>
              <a:buNone/>
            </a:pPr>
            <a:endParaRPr lang="en-US" sz="1400" b="1" dirty="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
                <a:schemeClr val="tx1"/>
              </a:buClr>
              <a:buSzTx/>
              <a:buFont typeface="Ericsson Hilda Light" panose="00000400000000000000" pitchFamily="2" charset="0"/>
              <a:buNone/>
              <a:tabLst/>
              <a:defRPr/>
            </a:pPr>
            <a:r>
              <a:rPr lang="en-US" sz="1200" u="sng" dirty="0" err="1">
                <a:solidFill>
                  <a:schemeClr val="tx1"/>
                </a:solidFill>
                <a:latin typeface="Ericsson Hilda ExtraLight" panose="00000300000000000000" pitchFamily="2" charset="0"/>
              </a:rPr>
              <a:t>EricssonHilda</a:t>
            </a:r>
            <a:r>
              <a:rPr lang="en-US" sz="1200" u="sng" dirty="0">
                <a:solidFill>
                  <a:schemeClr val="tx1"/>
                </a:solidFill>
                <a:latin typeface="Ericsson Hilda ExtraLight" panose="00000300000000000000" pitchFamily="2" charset="0"/>
              </a:rPr>
              <a:t>(</a:t>
            </a:r>
            <a:r>
              <a:rPr lang="en-US" sz="1200" u="sng" dirty="0" err="1">
                <a:solidFill>
                  <a:schemeClr val="tx1"/>
                </a:solidFill>
                <a:latin typeface="Ericsson Hilda ExtraLight" panose="00000300000000000000" pitchFamily="2" charset="0"/>
              </a:rPr>
              <a:t>ExtraLight</a:t>
            </a:r>
            <a:r>
              <a:rPr lang="en-US" sz="1200" u="sng" dirty="0">
                <a:solidFill>
                  <a:schemeClr val="tx1"/>
                </a:solidFill>
                <a:latin typeface="Ericsson Hilda ExtraLight" panose="00000300000000000000" pitchFamily="2" charset="0"/>
              </a:rPr>
              <a:t>):</a:t>
            </a:r>
            <a:r>
              <a:rPr lang="en-US" sz="1200" dirty="0">
                <a:solidFill>
                  <a:schemeClr val="tx1"/>
                </a:solidFill>
                <a:latin typeface="Ericsson Hilda ExtraLight" panose="00000300000000000000" pitchFamily="2" charset="0"/>
              </a:rPr>
              <a:t>!"#$%&amp;'()*+,./0123456789:;&lt;=&gt;?@ABCDEFGHIJKLMNOPQRSTUVWXYZ[\]^_`</a:t>
            </a:r>
            <a:r>
              <a:rPr lang="en-US" sz="1200" dirty="0" err="1">
                <a:solidFill>
                  <a:schemeClr val="tx1"/>
                </a:solidFill>
                <a:latin typeface="Ericsson Hilda ExtraLight" panose="00000300000000000000" pitchFamily="2" charset="0"/>
              </a:rPr>
              <a:t>abcdefghijklmnopqrstuvwxyz</a:t>
            </a:r>
            <a:r>
              <a:rPr lang="en-US" sz="1200" dirty="0">
                <a:solidFill>
                  <a:schemeClr val="tx1"/>
                </a:solidFill>
                <a:latin typeface="Ericsson Hilda ExtraLight" panose="00000300000000000000" pitchFamily="2" charset="0"/>
              </a:rPr>
              <a:t>{|}~¡¢£¤¥¦§¨©ª«¬®¯°±²³´¶·¸¹º»¼½ÀÁÂÃÄÅÆÇÈËÌÍÎÏÐÑÒÓÔÕÖ×ØÙÚÛÜÝÞßàáâãäåæçèéêëìíîïðñòóôõö÷øùúûüýþÿĀāĂăąĆćĊċ</a:t>
            </a:r>
            <a:r>
              <a:rPr lang="en-US" sz="1200" kern="1200" dirty="0">
                <a:solidFill>
                  <a:schemeClr val="tx1"/>
                </a:solidFill>
                <a:latin typeface="Ericsson Hilda ExtraLight" panose="00000300000000000000" pitchFamily="2" charset="0"/>
                <a:ea typeface="+mn-ea"/>
                <a:cs typeface="+mn-cs"/>
              </a:rPr>
              <a:t>Čč</a:t>
            </a:r>
            <a:r>
              <a:rPr lang="en-US" sz="1200" dirty="0">
                <a:solidFill>
                  <a:schemeClr val="tx1"/>
                </a:solidFill>
                <a:latin typeface="Ericsson Hilda ExtraLight" panose="00000300000000000000" pitchFamily="2" charset="0"/>
              </a:rPr>
              <a:t>ĎďĐđĒĖėĘęĚěĞğĠġĢģĪīĮįİıĶķĹĺĻļĽľŁłŃńŅņŇňŌŐőŒœŔŕŖŗŘřŚśŞşŠšŢţŤťŪūŮůŰűŲųŴŵŶŷŸŹźŻżŽžƒȘșˆˇ˘˙˚˛˜˝</a:t>
            </a:r>
            <a:r>
              <a:rPr lang="en-US" sz="1200" dirty="0" err="1">
                <a:solidFill>
                  <a:schemeClr val="tx1"/>
                </a:solidFill>
                <a:latin typeface="Ericsson Hilda ExtraLight" panose="00000300000000000000" pitchFamily="2" charset="0"/>
              </a:rPr>
              <a:t>ẀẁẃẄẅỲỳ</a:t>
            </a:r>
            <a:r>
              <a:rPr lang="en-US" sz="1200" dirty="0">
                <a:solidFill>
                  <a:schemeClr val="tx1"/>
                </a:solidFill>
                <a:latin typeface="Ericsson Hilda ExtraLight" panose="00000300000000000000" pitchFamily="2" charset="0"/>
              </a:rPr>
              <a:t>‘’‚“”„†‡•…‰‹›⁄€™ĀĀĂĂĄĄĆĆĊĊČČĎĎĐĐĒĒĖĖĘĘĚĚĞĞĠĠĢĢĪĪĮĮİĶĶĹĹĻĻĽĽŃŃŅŅŇŇŌŌŐŐŔŔŖŖŘŘŚŚŞŞŢŢŤŤŪŪŮŮŰŰŲŲŴŴŶŶŹŹŻŻȘș−≤≥</a:t>
            </a:r>
            <a:r>
              <a:rPr lang="en-US" sz="1200" dirty="0" err="1">
                <a:solidFill>
                  <a:schemeClr val="tx1"/>
                </a:solidFill>
                <a:latin typeface="Ericsson Hilda ExtraLight" panose="00000300000000000000" pitchFamily="2" charset="0"/>
              </a:rPr>
              <a:t>ﬁﬂΆΈΉΊΌΎΏΐΑΒΓΕΖΗΘΙΚΛΜΝΞΟΠΡΣΤΥΦΧΨΪΫΆΈΉΊΰ</a:t>
            </a:r>
            <a:r>
              <a:rPr lang="en-US" sz="1200" dirty="0">
                <a:solidFill>
                  <a:schemeClr val="tx1"/>
                </a:solidFill>
                <a:latin typeface="Ericsson Hilda ExtraLight" panose="00000300000000000000" pitchFamily="2" charset="0"/>
              </a:rPr>
              <a:t>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endParaRPr lang="en-US" dirty="0"/>
          </a:p>
          <a:p>
            <a:pPr marL="0" marR="0" lvl="0" indent="0" algn="l" defTabSz="914400" rtl="0" eaLnBrk="1" fontAlgn="auto" latinLnBrk="0" hangingPunct="1">
              <a:lnSpc>
                <a:spcPct val="100000"/>
              </a:lnSpc>
              <a:spcBef>
                <a:spcPts val="0"/>
              </a:spcBef>
              <a:spcAft>
                <a:spcPts val="0"/>
              </a:spcAft>
              <a:buClr>
                <a:schemeClr val="tx1"/>
              </a:buClr>
              <a:buSzTx/>
              <a:buFont typeface="Ericsson Hilda Light" panose="00000400000000000000" pitchFamily="2" charset="0"/>
              <a:buNone/>
              <a:tabLst/>
              <a:defRPr/>
            </a:pPr>
            <a:r>
              <a:rPr lang="en-US" sz="1200" u="sng" dirty="0" err="1">
                <a:solidFill>
                  <a:schemeClr val="tx1"/>
                </a:solidFill>
                <a:latin typeface="+mj-lt"/>
              </a:rPr>
              <a:t>EricssonHilda</a:t>
            </a:r>
            <a:r>
              <a:rPr lang="en-US" sz="1200" u="sng" dirty="0">
                <a:solidFill>
                  <a:schemeClr val="tx1"/>
                </a:solidFill>
                <a:latin typeface="+mj-lt"/>
              </a:rPr>
              <a:t>(Light):</a:t>
            </a:r>
            <a:r>
              <a:rPr lang="en-US" sz="1200" dirty="0">
                <a:solidFill>
                  <a:schemeClr val="tx1"/>
                </a:solidFill>
                <a:latin typeface="+mj-lt"/>
              </a:rPr>
              <a:t>!"#$%&amp;'()*+,./0123456789:;&lt;=&gt;?@ABCDEFGHIJKLMNOPQRSTUVWXYZ[\]^_`</a:t>
            </a:r>
            <a:r>
              <a:rPr lang="en-US" sz="1200" dirty="0" err="1">
                <a:solidFill>
                  <a:schemeClr val="tx1"/>
                </a:solidFill>
                <a:latin typeface="+mj-lt"/>
              </a:rPr>
              <a:t>abcdefghijklmnopqrstuvwxyz</a:t>
            </a:r>
            <a:r>
              <a:rPr lang="en-US" sz="1200" dirty="0">
                <a:solidFill>
                  <a:schemeClr val="tx1"/>
                </a:solidFill>
                <a:latin typeface="+mj-lt"/>
              </a:rPr>
              <a:t>{|}~¡¢£¤¥¦§¨©ª«¬®¯°±²³´¶·¸¹º»¼½ÀÁÂÃÄÅÆÇÈËÌÍÎÏÐÑÒÓÔÕÖ×ØÙÚÛÜÝÞßàáâãäåæçèéêëìíîïðñòóôõö÷øùúûüýþÿĀāĂăąĆćĊċ</a:t>
            </a:r>
            <a:r>
              <a:rPr lang="en-US" sz="1200" kern="1200" dirty="0">
                <a:solidFill>
                  <a:schemeClr val="tx1"/>
                </a:solidFill>
                <a:latin typeface="+mn-lt"/>
                <a:ea typeface="+mn-ea"/>
                <a:cs typeface="+mn-cs"/>
              </a:rPr>
              <a:t>Čč</a:t>
            </a:r>
            <a:r>
              <a:rPr lang="en-US" sz="1200" dirty="0">
                <a:solidFill>
                  <a:schemeClr val="tx1"/>
                </a:solidFill>
                <a:latin typeface="+mj-lt"/>
              </a:rPr>
              <a:t>ĎďĐđĒĖėĘęĚěĞğĠġĢģĪīĮįİıĶķĹĺĻļĽľŁłŃńŅņŇňŌŐőŒœŔŕŖŗŘřŚśŞşŠšŢţŤťŪūŮůŰűŲųŴŵŶŷŸŹźŻżŽžƒȘșˆˇ˘˙˚˛˜˝</a:t>
            </a:r>
            <a:r>
              <a:rPr lang="en-US" sz="1200" dirty="0" err="1">
                <a:solidFill>
                  <a:schemeClr val="tx1"/>
                </a:solidFill>
                <a:latin typeface="+mj-lt"/>
              </a:rPr>
              <a:t>ẀẁẃẄẅỲỳ</a:t>
            </a:r>
            <a:r>
              <a:rPr lang="en-US" sz="1200" dirty="0">
                <a:solidFill>
                  <a:schemeClr val="tx1"/>
                </a:solidFill>
                <a:latin typeface="+mj-lt"/>
              </a:rPr>
              <a:t>‘’‚“”„†‡•…‰‹›⁄€™ĀĀĂĂĄĄĆĆĊĊČČĎĎĐĐĒĒĖĖĘĘĚĚĞĞĠĠĢĢĪĪĮĮİĶĶĹĹĻĻĽĽŃŃŅŅŇŇŌŌŐŐŔŔŖŖŘŘŚŚŞŞŢŢŤŤŪŪŮŮŰŰŲŲŴŴŶŶŹŹŻŻȘș−≤≥</a:t>
            </a:r>
            <a:r>
              <a:rPr lang="en-US" sz="1200" dirty="0" err="1">
                <a:solidFill>
                  <a:schemeClr val="tx1"/>
                </a:solidFill>
                <a:latin typeface="+mj-lt"/>
              </a:rPr>
              <a:t>ﬁﬂΆΈΉΊΌΎΏΐΑΒΓΕΖΗΘΙΚΛΜΝΞΟΠΡΣΤΥΦΧΨΪΫΆΈΉΊΰ</a:t>
            </a:r>
            <a:r>
              <a:rPr lang="en-US" sz="1200" dirty="0">
                <a:solidFill>
                  <a:schemeClr val="tx1"/>
                </a:solidFill>
                <a:latin typeface="+mj-lt"/>
              </a:rPr>
              <a:t>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r>
              <a:rPr lang="en-US" sz="1200" dirty="0">
                <a:solidFill>
                  <a:schemeClr val="tx1"/>
                </a:solidFill>
                <a:latin typeface="Ericsson Hilda Light" panose="00000400000000000000" pitchFamily="2" charset="0"/>
              </a:rPr>
              <a:t>●</a:t>
            </a:r>
            <a:endParaRPr lang="en-US" sz="1200" dirty="0">
              <a:solidFill>
                <a:schemeClr val="tx1"/>
              </a:solidFill>
            </a:endParaRPr>
          </a:p>
          <a:p>
            <a:pPr marL="0" indent="0">
              <a:buClr>
                <a:schemeClr val="tx1"/>
              </a:buClr>
              <a:buFont typeface="Ericsson Hilda Light" panose="00000400000000000000" pitchFamily="2" charset="0"/>
              <a:buNone/>
            </a:pPr>
            <a:r>
              <a:rPr lang="en-US" sz="1200" u="sng" dirty="0" err="1">
                <a:solidFill>
                  <a:schemeClr val="tx1"/>
                </a:solidFill>
                <a:latin typeface="+mn-lt"/>
              </a:rPr>
              <a:t>EricssonHilda</a:t>
            </a:r>
            <a:r>
              <a:rPr lang="en-US" sz="1200" u="sng" dirty="0">
                <a:solidFill>
                  <a:schemeClr val="tx1"/>
                </a:solidFill>
                <a:latin typeface="+mn-lt"/>
              </a:rPr>
              <a:t>(Regular):</a:t>
            </a:r>
            <a:r>
              <a:rPr lang="en-US" sz="1200" dirty="0">
                <a:solidFill>
                  <a:schemeClr val="tx1"/>
                </a:solidFill>
                <a:latin typeface="+mn-lt"/>
              </a:rPr>
              <a:t>!"#$%&amp;'()*+,./0123456789:;&lt;=&gt;?@ABCDEFGHIJKLMNOPQRSTUVWXYZ[\]^_`</a:t>
            </a:r>
            <a:r>
              <a:rPr lang="en-US" sz="1200" dirty="0" err="1">
                <a:solidFill>
                  <a:schemeClr val="tx1"/>
                </a:solidFill>
                <a:latin typeface="+mn-lt"/>
              </a:rPr>
              <a:t>abcdefghijklmnopqrstuvwxyz</a:t>
            </a:r>
            <a:r>
              <a:rPr lang="en-US" sz="1200" dirty="0">
                <a:solidFill>
                  <a:schemeClr val="tx1"/>
                </a:solidFill>
                <a:latin typeface="+mn-lt"/>
              </a:rPr>
              <a:t>{|}~¡¢£¤¥¦§¨©ª«¬®¯°±²³´¶·¸¹º»¼½ÀÁÂÃÄÅÆÇÈËÌÍÎÏÐÑÒÓÔÕÖ×ØÙÚÛÜÝÞßàáâãäåæçèéêëìíîïðñòóôõö÷øùúûüýþÿĀāĂăąĆćĊċČčĎďĐđĒĖėĘęĚěĞğĠġĢģĪīĮįİıĶķĹĺĻļĽľŁłŃńŅņŇňŌŐőŒœŔŕŖŗŘřŚśŞşŠšŢţŤťŪūŮůŰűŲųŴŵŶŷŸŹźŻżŽžƒȘșˆˇ˘˙˚˛˜˝</a:t>
            </a:r>
            <a:r>
              <a:rPr lang="en-US" sz="1200" dirty="0" err="1">
                <a:solidFill>
                  <a:schemeClr val="tx1"/>
                </a:solidFill>
                <a:latin typeface="+mn-lt"/>
              </a:rPr>
              <a:t>ẀẁẃẄẅỲỳ</a:t>
            </a:r>
            <a:r>
              <a:rPr lang="en-US" sz="1200" dirty="0">
                <a:solidFill>
                  <a:schemeClr val="tx1"/>
                </a:solidFill>
                <a:latin typeface="+mn-lt"/>
              </a:rPr>
              <a:t>‘’‚“”„†‡•…‰‹›⁄€™ĀĀĂĂĄĄĆĆĊĊČČĎĎĐĐĒĒĖĖĘĘĚĚĞĞĠĠĢĢĪĪĮĮİĶĶĹĹĻĻĽĽŃŃŅŅŇŇŌŌŐŐŔŔŖŖŘŘŚŚŞŞŢŢŤŤŪŪŮŮŰŰŲŲŴŴŶŶŹŹŻŻȘș−≤≥</a:t>
            </a:r>
            <a:r>
              <a:rPr lang="en-US" sz="1200" dirty="0" err="1">
                <a:solidFill>
                  <a:schemeClr val="tx1"/>
                </a:solidFill>
                <a:latin typeface="+mn-lt"/>
              </a:rPr>
              <a:t>ﬁﬂΆΈΉΊΌΎΏΐΑΒΓΕΖΗΘΙΚΛΜΝΞΟΠΡΣΤΥΦΧΨΪΫΆΈΉΊΰ</a:t>
            </a:r>
            <a:r>
              <a:rPr lang="en-US" sz="1200" dirty="0">
                <a:solidFill>
                  <a:schemeClr val="tx1"/>
                </a:solidFill>
                <a:latin typeface="+mn-lt"/>
              </a:rPr>
              <a:t>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endParaRPr lang="en-US" dirty="0"/>
          </a:p>
          <a:p>
            <a:pPr marL="0" marR="0" lvl="0" indent="0" algn="l" defTabSz="914400" rtl="0" eaLnBrk="1" fontAlgn="auto" latinLnBrk="0" hangingPunct="1">
              <a:lnSpc>
                <a:spcPct val="100000"/>
              </a:lnSpc>
              <a:spcBef>
                <a:spcPts val="0"/>
              </a:spcBef>
              <a:spcAft>
                <a:spcPts val="0"/>
              </a:spcAft>
              <a:buClr>
                <a:schemeClr val="tx1"/>
              </a:buClr>
              <a:buSzTx/>
              <a:buFont typeface="Ericsson Hilda Light" panose="00000400000000000000" pitchFamily="2" charset="0"/>
              <a:buNone/>
              <a:tabLst/>
              <a:defRPr/>
            </a:pPr>
            <a:r>
              <a:rPr lang="en-US" sz="1200" b="1" u="sng" dirty="0" err="1">
                <a:solidFill>
                  <a:schemeClr val="tx1"/>
                </a:solidFill>
                <a:latin typeface="+mj-lt"/>
              </a:rPr>
              <a:t>EricssonHildaLight+Bold</a:t>
            </a:r>
            <a:r>
              <a:rPr lang="en-US" sz="1200" b="1" u="sng" dirty="0">
                <a:solidFill>
                  <a:schemeClr val="tx1"/>
                </a:solidFill>
                <a:latin typeface="+mj-lt"/>
              </a:rPr>
              <a:t>(Medium):</a:t>
            </a:r>
            <a:r>
              <a:rPr lang="en-US" sz="1200" b="1" dirty="0">
                <a:solidFill>
                  <a:schemeClr val="tx1"/>
                </a:solidFill>
                <a:latin typeface="+mj-lt"/>
              </a:rPr>
              <a:t>!"#$%&amp;'()*+,./0123456789:;&lt;=&gt;?@ABCDEFGHIJKLMNOPQRSTUVWXYZ[\]^_`</a:t>
            </a:r>
            <a:r>
              <a:rPr lang="en-US" sz="1200" b="1" dirty="0" err="1">
                <a:solidFill>
                  <a:schemeClr val="tx1"/>
                </a:solidFill>
                <a:latin typeface="+mj-lt"/>
              </a:rPr>
              <a:t>abcdefghijklmnopqrstuvwxyz</a:t>
            </a:r>
            <a:r>
              <a:rPr lang="en-US" sz="1200" b="1" dirty="0">
                <a:solidFill>
                  <a:schemeClr val="tx1"/>
                </a:solidFill>
                <a:latin typeface="+mj-lt"/>
              </a:rPr>
              <a:t>{|}~¡¢£¤¥¦§¨©ª«¬®¯°±²³´¶·¸¹º»¼½ÀÁÂÃÄÅÆÇÈËÌÍÎÏÐÑÒÓÔÕÖ×ØÙÚÛÜÝÞßàáâãäåæçèéêëìíîïðñòóôõö÷øùúûüýþÿĀāĂăąĆćĊċ</a:t>
            </a:r>
            <a:r>
              <a:rPr lang="en-US" sz="1200" b="1" kern="1200" dirty="0">
                <a:solidFill>
                  <a:schemeClr val="tx1"/>
                </a:solidFill>
                <a:latin typeface="+mn-lt"/>
                <a:ea typeface="+mn-ea"/>
                <a:cs typeface="+mn-cs"/>
              </a:rPr>
              <a:t>Čč</a:t>
            </a:r>
            <a:r>
              <a:rPr lang="en-US" sz="1200" b="1" dirty="0">
                <a:solidFill>
                  <a:schemeClr val="tx1"/>
                </a:solidFill>
                <a:latin typeface="+mj-lt"/>
              </a:rPr>
              <a:t>ĎďĐđĒĖėĘęĚěĞğĠġĢģĪīĮįİıĶķĹĺĻļĽľŁłŃńŅņŇňŌŐőŒœŔŕŖŗŘřŚśŞşŠšŢţŤťŪūŮůŰűŲųŴŵŶŷŸŹźŻżŽžƒȘșˆˇ˘˙˚˛˜˝</a:t>
            </a:r>
            <a:r>
              <a:rPr lang="en-US" sz="1200" b="1" dirty="0" err="1">
                <a:solidFill>
                  <a:schemeClr val="tx1"/>
                </a:solidFill>
                <a:latin typeface="+mj-lt"/>
              </a:rPr>
              <a:t>ẀẁẃẄẅỲỳ</a:t>
            </a:r>
            <a:r>
              <a:rPr lang="en-US" sz="1200" b="1" dirty="0">
                <a:solidFill>
                  <a:schemeClr val="tx1"/>
                </a:solidFill>
                <a:latin typeface="+mj-lt"/>
              </a:rPr>
              <a:t>‘’‚“”„†‡•…‰‹›⁄€™ĀĀĂĂĄĄĆĆĊĊČČĎĎĐĐĒĒĖĖĘĘĚĚĞĞĠĠĢĢĪĪĮĮİĶĶĹĹĻĻĽĽŃŃŅŅŇŇŌŌŐŐŔŔŖŖŘŘŚŚŞŞŢŢŤŤŪŪŮŮŰŰŲŲŴŴŶŶŹŹŻŻȘș−≤≥</a:t>
            </a:r>
            <a:r>
              <a:rPr lang="en-US" sz="1200" b="1" dirty="0" err="1">
                <a:solidFill>
                  <a:schemeClr val="tx1"/>
                </a:solidFill>
                <a:latin typeface="+mj-lt"/>
              </a:rPr>
              <a:t>ﬁﬂΆΈΉΊΌΎΏΐΑΒΓΕΖΗΘΙΚΛΜΝΞΟΠΡΣΤΥΦΧΨΪΫΆΈΉΊΰ</a:t>
            </a:r>
            <a:r>
              <a:rPr lang="en-US" sz="1200" b="1" dirty="0">
                <a:solidFill>
                  <a:schemeClr val="tx1"/>
                </a:solidFill>
                <a:latin typeface="+mj-lt"/>
              </a:rPr>
              <a:t>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r>
              <a:rPr lang="en-US" sz="1200" b="1" dirty="0">
                <a:solidFill>
                  <a:schemeClr val="tx1"/>
                </a:solidFill>
                <a:latin typeface="Ericsson Hilda Light" panose="00000400000000000000" pitchFamily="2" charset="0"/>
              </a:rPr>
              <a:t>●</a:t>
            </a:r>
            <a:endParaRPr lang="en-US" sz="1200" b="1" dirty="0">
              <a:solidFill>
                <a:schemeClr val="tx1"/>
              </a:solidFill>
              <a:latin typeface="+mj-lt"/>
            </a:endParaRPr>
          </a:p>
          <a:p>
            <a:pPr marL="0" marR="0" lvl="0" indent="0" algn="l" defTabSz="914400" rtl="0" eaLnBrk="1" fontAlgn="auto" latinLnBrk="0" hangingPunct="1">
              <a:lnSpc>
                <a:spcPct val="100000"/>
              </a:lnSpc>
              <a:spcBef>
                <a:spcPts val="0"/>
              </a:spcBef>
              <a:spcAft>
                <a:spcPts val="0"/>
              </a:spcAft>
              <a:buClr>
                <a:schemeClr val="tx1"/>
              </a:buClr>
              <a:buSzTx/>
              <a:buFont typeface="Ericsson Hilda Light" panose="00000400000000000000" pitchFamily="2" charset="0"/>
              <a:buNone/>
              <a:tabLst/>
              <a:defRPr/>
            </a:pPr>
            <a:r>
              <a:rPr lang="en-US" sz="1200" b="1" u="sng" dirty="0" err="1">
                <a:solidFill>
                  <a:schemeClr val="tx1"/>
                </a:solidFill>
                <a:latin typeface="+mn-lt"/>
              </a:rPr>
              <a:t>EricssonHilda+Bold</a:t>
            </a:r>
            <a:r>
              <a:rPr lang="en-US" sz="1200" b="1" u="sng" dirty="0">
                <a:solidFill>
                  <a:schemeClr val="tx1"/>
                </a:solidFill>
                <a:latin typeface="+mn-lt"/>
              </a:rPr>
              <a:t>(Bold):</a:t>
            </a:r>
            <a:r>
              <a:rPr lang="en-US" sz="1200" b="1" dirty="0">
                <a:solidFill>
                  <a:schemeClr val="tx1"/>
                </a:solidFill>
                <a:latin typeface="+mn-lt"/>
              </a:rPr>
              <a:t>!"#$%&amp;'()*+,./0123456789:;&lt;=&gt;?@ABCDEFGHIJKLMNOPQRSTUVWXYZ[\]^_`</a:t>
            </a:r>
            <a:r>
              <a:rPr lang="en-US" sz="1200" b="1" dirty="0" err="1">
                <a:solidFill>
                  <a:schemeClr val="tx1"/>
                </a:solidFill>
                <a:latin typeface="+mn-lt"/>
              </a:rPr>
              <a:t>abcdefghijklmnopqrstuvwxyz</a:t>
            </a:r>
            <a:r>
              <a:rPr lang="en-US" sz="1200" b="1" dirty="0">
                <a:solidFill>
                  <a:schemeClr val="tx1"/>
                </a:solidFill>
                <a:latin typeface="+mn-lt"/>
              </a:rPr>
              <a:t>{|}~¡¢£¤¥¦§¨©ª«¬®¯°±²³´¶·¸¹º»¼½ÀÁÂÃÄÅÆÇÈËÌÍÎÏÐÑÒÓÔÕÖ×ØÙÚÛÜÝÞßàáâãäåæçèéêëìíîïðñòóôõö÷øùúûüýþÿĀāĂăąĆćĊċČčĎďĐđĒĖėĘęĚěĞğĠġĢģĪīĮįİıĶķĹĺĻļĽľŁłŃńŅņŇňŌŐőŒœŔŕŖŗŘřŚśŞşŠšŢţŤťŪūŮůŰűŲųŴŵŶŷŸŹźŻżŽžƒȘșˆˇ˘˙˚˛˜˝</a:t>
            </a:r>
            <a:r>
              <a:rPr lang="en-US" sz="1200" b="1" dirty="0" err="1">
                <a:solidFill>
                  <a:schemeClr val="tx1"/>
                </a:solidFill>
                <a:latin typeface="+mn-lt"/>
              </a:rPr>
              <a:t>ẀẁẃẄẅỲỳ</a:t>
            </a:r>
            <a:r>
              <a:rPr lang="en-US" sz="1200" b="1" dirty="0">
                <a:solidFill>
                  <a:schemeClr val="tx1"/>
                </a:solidFill>
                <a:latin typeface="+mn-lt"/>
              </a:rPr>
              <a:t>‘’‚“”„†‡•…‰‹›⁄€™ĀĀĂĂĄĄĆĆĊĊČČĎĎĐĐĒĒĖĖĘĘĚĚĞĞĠĠĢĢĪĪĮĮİĶĶĹĹĻĻĽĽŃŃŅŅŇŇŌŌŐŐŔŔŖŖŘŘŚŚŞŞŢŢŤŤŪŪŮŮŰŰŲŲŴŴŶŶŹŹŻŻȘș−≤≥</a:t>
            </a:r>
            <a:r>
              <a:rPr lang="en-US" sz="1200" b="1" dirty="0" err="1">
                <a:solidFill>
                  <a:schemeClr val="tx1"/>
                </a:solidFill>
                <a:latin typeface="+mn-lt"/>
              </a:rPr>
              <a:t>ﬁﬂΆΈΉΊΌΎΏΐΑΒΓΕΖΗΘΙΚΛΜΝΞΟΠΡΣΤΥΦΧΨΪΫΆΈΉΊΰ</a:t>
            </a:r>
            <a:r>
              <a:rPr lang="en-US" sz="1200" b="1" dirty="0">
                <a:solidFill>
                  <a:schemeClr val="tx1"/>
                </a:solidFill>
                <a:latin typeface="+mn-lt"/>
              </a:rPr>
              <a:t>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 ●</a:t>
            </a:r>
            <a:endParaRPr lang="en-US" dirty="0"/>
          </a:p>
          <a:p>
            <a:pPr marL="0" marR="0" lvl="0" indent="0" algn="l" defTabSz="914400" rtl="0" eaLnBrk="1" fontAlgn="auto" latinLnBrk="0" hangingPunct="1">
              <a:lnSpc>
                <a:spcPct val="100000"/>
              </a:lnSpc>
              <a:spcBef>
                <a:spcPts val="0"/>
              </a:spcBef>
              <a:spcAft>
                <a:spcPts val="0"/>
              </a:spcAft>
              <a:buClr>
                <a:schemeClr val="tx1"/>
              </a:buClr>
              <a:buSzTx/>
              <a:buFont typeface="Ericsson Hilda Light" panose="00000400000000000000" pitchFamily="2" charset="0"/>
              <a:buNone/>
              <a:tabLst/>
              <a:defRPr/>
            </a:pPr>
            <a:r>
              <a:rPr lang="en-US" sz="1200" b="0" u="sng" dirty="0" err="1">
                <a:solidFill>
                  <a:schemeClr val="tx1"/>
                </a:solidFill>
                <a:latin typeface="Ericsson Hilda ExtraBold" panose="00000900000000000000" pitchFamily="2" charset="0"/>
              </a:rPr>
              <a:t>EricssonHilda</a:t>
            </a:r>
            <a:r>
              <a:rPr lang="en-US" sz="1200" b="0" u="sng" dirty="0">
                <a:solidFill>
                  <a:schemeClr val="tx1"/>
                </a:solidFill>
                <a:latin typeface="Ericsson Hilda ExtraBold" panose="00000900000000000000" pitchFamily="2" charset="0"/>
              </a:rPr>
              <a:t>(</a:t>
            </a:r>
            <a:r>
              <a:rPr lang="en-US" sz="1200" b="0" u="sng" dirty="0" err="1">
                <a:solidFill>
                  <a:schemeClr val="tx1"/>
                </a:solidFill>
                <a:latin typeface="Ericsson Hilda ExtraBold" panose="00000900000000000000" pitchFamily="2" charset="0"/>
              </a:rPr>
              <a:t>ExtraBold</a:t>
            </a:r>
            <a:r>
              <a:rPr lang="en-US" sz="1200" b="0" u="sng" dirty="0">
                <a:solidFill>
                  <a:schemeClr val="tx1"/>
                </a:solidFill>
                <a:latin typeface="Ericsson Hilda ExtraBold" panose="00000900000000000000" pitchFamily="2" charset="0"/>
              </a:rPr>
              <a:t>):</a:t>
            </a:r>
            <a:r>
              <a:rPr lang="en-US" sz="1200" b="0" dirty="0">
                <a:solidFill>
                  <a:schemeClr val="tx1"/>
                </a:solidFill>
                <a:latin typeface="Ericsson Hilda ExtraBold" panose="00000900000000000000" pitchFamily="2" charset="0"/>
              </a:rPr>
              <a:t>!"#$%&amp;'()*+,./0123456789:;&lt;=&gt;?@ABCDEFGHIJKLMNOPQRSTUVWXYZ[\]^_`</a:t>
            </a:r>
            <a:r>
              <a:rPr lang="en-US" sz="1200" b="0" dirty="0" err="1">
                <a:solidFill>
                  <a:schemeClr val="tx1"/>
                </a:solidFill>
                <a:latin typeface="Ericsson Hilda ExtraBold" panose="00000900000000000000" pitchFamily="2" charset="0"/>
              </a:rPr>
              <a:t>abcdefghijklmnopqrstuvwxyz</a:t>
            </a:r>
            <a:r>
              <a:rPr lang="en-US" sz="1200" b="0" dirty="0">
                <a:solidFill>
                  <a:schemeClr val="tx1"/>
                </a:solidFill>
                <a:latin typeface="Ericsson Hilda ExtraBold" panose="00000900000000000000" pitchFamily="2" charset="0"/>
              </a:rPr>
              <a:t>{|}~¡¢£¤¥¦§¨©ª«¬®¯°±²³´¶·¸¹º»¼½ÀÁÂÃÄÅÆÇÈËÌÍÎÏÐÑÒÓÔÕÖ×ØÙÚÛÜÝÞßàáâãäåæçèéêëìíîïðñòóôõö÷øùúûüýþÿĀāĂăąĆćĊċ</a:t>
            </a:r>
            <a:r>
              <a:rPr lang="en-US" sz="1200" b="0" kern="1200" dirty="0">
                <a:solidFill>
                  <a:schemeClr val="tx1"/>
                </a:solidFill>
                <a:latin typeface="Ericsson Hilda ExtraBold" panose="00000900000000000000" pitchFamily="2" charset="0"/>
                <a:ea typeface="+mn-ea"/>
                <a:cs typeface="+mn-cs"/>
              </a:rPr>
              <a:t>Čč</a:t>
            </a:r>
            <a:r>
              <a:rPr lang="en-US" sz="1200" b="0" dirty="0">
                <a:solidFill>
                  <a:schemeClr val="tx1"/>
                </a:solidFill>
                <a:latin typeface="Ericsson Hilda ExtraBold" panose="00000900000000000000" pitchFamily="2" charset="0"/>
              </a:rPr>
              <a:t>ĎďĐđĒĖėĘęĚěĞğĠġĢģĪīĮįİıĶķĹĺĻļĽľŁłŃńŅņŇňŌŐőŒœŔŕŖŗŘřŚśŞşŠšŢţŤťŪūŮůŰűŲųŴŵŶŷŸŹźŻżŽžƒȘșˆˇ˘˙˚˛˜˝</a:t>
            </a:r>
            <a:r>
              <a:rPr lang="en-US" sz="1200" b="0" dirty="0" err="1">
                <a:solidFill>
                  <a:schemeClr val="tx1"/>
                </a:solidFill>
                <a:latin typeface="Ericsson Hilda ExtraBold" panose="00000900000000000000" pitchFamily="2" charset="0"/>
              </a:rPr>
              <a:t>ẀẁẃẄẅỲỳ</a:t>
            </a:r>
            <a:r>
              <a:rPr lang="en-US" sz="1200" b="0" dirty="0">
                <a:solidFill>
                  <a:schemeClr val="tx1"/>
                </a:solidFill>
                <a:latin typeface="Ericsson Hilda ExtraBold" panose="00000900000000000000" pitchFamily="2" charset="0"/>
              </a:rPr>
              <a:t>‘’‚“”„†‡•…‰‹›⁄€™ĀĀĂĂĄĄĆĆĊĊČČĎĎĐĐĒĒĖĖĘĘĚĚĞĞĠĠĢĢĪĪĮĮİĶĶĹĹĻĻĽĽŃŃŅŅŇŇŌŌŐŐŔŔŖŖŘŘŚŚŞŞŢŢŤŤŪŪŮŮŰŰŲŲŴŴŶŶŹŹŻŻȘș−≤≥</a:t>
            </a:r>
            <a:r>
              <a:rPr lang="en-US" sz="1200" b="0" dirty="0" err="1">
                <a:solidFill>
                  <a:schemeClr val="tx1"/>
                </a:solidFill>
                <a:latin typeface="Ericsson Hilda ExtraBold" panose="00000900000000000000" pitchFamily="2" charset="0"/>
              </a:rPr>
              <a:t>ﬁﬂΆΈΉΊΌΎΏΐΑΒΓΕΖΗΘΙΚΛΜΝΞΟΠΡΣΤΥΦΧΨΪΫΆΈΉΊΰ</a:t>
            </a:r>
            <a:r>
              <a:rPr lang="en-US" sz="1200" b="0" dirty="0">
                <a:solidFill>
                  <a:schemeClr val="tx1"/>
                </a:solidFill>
                <a:latin typeface="Ericsson Hilda ExtraBold" panose="00000900000000000000" pitchFamily="2" charset="0"/>
              </a:rPr>
              <a:t>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endParaRPr lang="en-US" dirty="0"/>
          </a:p>
          <a:p>
            <a:pPr marL="0" marR="0" lvl="0" indent="0" algn="l" defTabSz="914400" rtl="0" eaLnBrk="1" fontAlgn="auto" latinLnBrk="0" hangingPunct="1">
              <a:lnSpc>
                <a:spcPct val="100000"/>
              </a:lnSpc>
              <a:spcBef>
                <a:spcPts val="0"/>
              </a:spcBef>
              <a:spcAft>
                <a:spcPts val="0"/>
              </a:spcAft>
              <a:buClr>
                <a:schemeClr val="tx1"/>
              </a:buClr>
              <a:buSzTx/>
              <a:buFont typeface="Ericsson Hilda Light" panose="00000400000000000000" pitchFamily="2" charset="0"/>
              <a:buNone/>
              <a:tabLst/>
              <a:defRPr/>
            </a:pPr>
            <a:endParaRPr lang="en-US" sz="1200" b="1" dirty="0">
              <a:solidFill>
                <a:schemeClr val="tx1"/>
              </a:solidFill>
              <a:latin typeface="Ericsson Technical Icons" panose="00000500000000000000" pitchFamily="2" charset="0"/>
            </a:endParaRPr>
          </a:p>
          <a:p>
            <a:pPr marL="0" marR="0" lvl="0" indent="0" algn="l" defTabSz="914400" rtl="0" eaLnBrk="1" fontAlgn="auto" latinLnBrk="0" hangingPunct="1">
              <a:lnSpc>
                <a:spcPct val="100000"/>
              </a:lnSpc>
              <a:spcBef>
                <a:spcPts val="0"/>
              </a:spcBef>
              <a:spcAft>
                <a:spcPts val="0"/>
              </a:spcAft>
              <a:buClr>
                <a:schemeClr val="tx1"/>
              </a:buClr>
              <a:buSzTx/>
              <a:buFont typeface="Ericsson Hilda Light" panose="00000400000000000000" pitchFamily="2" charset="0"/>
              <a:buNone/>
              <a:tabLst/>
              <a:defRPr/>
            </a:pPr>
            <a:r>
              <a:rPr lang="en-US" sz="1200" b="1" dirty="0">
                <a:solidFill>
                  <a:schemeClr val="tx1"/>
                </a:solidFill>
                <a:latin typeface="Ericsson Technical Icons" panose="00000500000000000000" pitchFamily="2" charset="0"/>
              </a:rPr>
              <a:t>B C D F G H I L M O P R S W X b c d f g h I l m o p r s w x</a:t>
            </a:r>
            <a:endParaRPr lang="en-US" sz="1200" b="1" dirty="0">
              <a:solidFill>
                <a:schemeClr val="tx1"/>
              </a:solidFill>
              <a:latin typeface="+mj-lt"/>
            </a:endParaRPr>
          </a:p>
        </p:txBody>
      </p:sp>
    </p:spTree>
    <p:extLst>
      <p:ext uri="{BB962C8B-B14F-4D97-AF65-F5344CB8AC3E}">
        <p14:creationId xmlns:p14="http://schemas.microsoft.com/office/powerpoint/2010/main" val="1410470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0C7D0-ECA7-3AF7-E3AF-815156099C9B}"/>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a:t>
            </a:r>
            <a:r>
              <a:rPr lang="en-US"/>
              <a:t>title style</a:t>
            </a:r>
            <a:endParaRPr lang="en-US" dirty="0"/>
          </a:p>
        </p:txBody>
      </p:sp>
      <p:sp>
        <p:nvSpPr>
          <p:cNvPr id="3" name="Subtitle 2">
            <a:extLst>
              <a:ext uri="{FF2B5EF4-FFF2-40B4-BE49-F238E27FC236}">
                <a16:creationId xmlns:a16="http://schemas.microsoft.com/office/drawing/2014/main" id="{44EDA32C-CF01-508F-C021-A1A457E66A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a:t>
            </a:r>
            <a:r>
              <a:rPr lang="en-US"/>
              <a:t>subtitle style</a:t>
            </a:r>
            <a:endParaRPr lang="en-US" dirty="0"/>
          </a:p>
        </p:txBody>
      </p:sp>
      <p:sp>
        <p:nvSpPr>
          <p:cNvPr id="4" name="Date Placeholder 3">
            <a:extLst>
              <a:ext uri="{FF2B5EF4-FFF2-40B4-BE49-F238E27FC236}">
                <a16:creationId xmlns:a16="http://schemas.microsoft.com/office/drawing/2014/main" id="{36104578-ADC4-F220-D4A7-920E554F0774}"/>
              </a:ext>
            </a:extLst>
          </p:cNvPr>
          <p:cNvSpPr>
            <a:spLocks noGrp="1"/>
          </p:cNvSpPr>
          <p:nvPr>
            <p:ph type="dt" sz="half" idx="10"/>
          </p:nvPr>
        </p:nvSpPr>
        <p:spPr/>
        <p:txBody>
          <a:bodyPr/>
          <a:lstStyle/>
          <a:p>
            <a:fld id="{90E1180B-4678-4C78-B052-341A8BEE7FEF}" type="datetimeFigureOut">
              <a:rPr lang="en-US" smtClean="0"/>
              <a:t>12/13/2024</a:t>
            </a:fld>
            <a:endParaRPr lang="en-US" dirty="0"/>
          </a:p>
        </p:txBody>
      </p:sp>
      <p:sp>
        <p:nvSpPr>
          <p:cNvPr id="5" name="Footer Placeholder 4">
            <a:extLst>
              <a:ext uri="{FF2B5EF4-FFF2-40B4-BE49-F238E27FC236}">
                <a16:creationId xmlns:a16="http://schemas.microsoft.com/office/drawing/2014/main" id="{3DF6FE93-F35F-5ADD-3000-C84FD6F793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554433D-6314-94AC-C7B9-E844CF65C796}"/>
              </a:ext>
            </a:extLst>
          </p:cNvPr>
          <p:cNvSpPr>
            <a:spLocks noGrp="1"/>
          </p:cNvSpPr>
          <p:nvPr>
            <p:ph type="sldNum" sz="quarter" idx="12"/>
          </p:nvPr>
        </p:nvSpPr>
        <p:spPr/>
        <p:txBody>
          <a:bodyPr/>
          <a:lstStyle/>
          <a:p>
            <a:fld id="{4A985213-1D2E-43E7-A2E5-B8EF6DF17AF0}" type="slidenum">
              <a:rPr lang="en-US" smtClean="0"/>
              <a:t>‹#›</a:t>
            </a:fld>
            <a:endParaRPr lang="en-US" dirty="0"/>
          </a:p>
        </p:txBody>
      </p:sp>
    </p:spTree>
    <p:extLst>
      <p:ext uri="{BB962C8B-B14F-4D97-AF65-F5344CB8AC3E}">
        <p14:creationId xmlns:p14="http://schemas.microsoft.com/office/powerpoint/2010/main" val="534057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Title_SM"/>
          <p:cNvSpPr>
            <a:spLocks noGrp="1" noChangeArrowheads="1"/>
          </p:cNvSpPr>
          <p:nvPr>
            <p:ph type="title"/>
          </p:nvPr>
        </p:nvSpPr>
        <p:spPr bwMode="auto">
          <a:xfrm>
            <a:off x="479424" y="476250"/>
            <a:ext cx="8353425"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p>
            <a:pPr lvl="0"/>
            <a:r>
              <a:rPr lang="en-US" dirty="0"/>
              <a:t>Slide title, Ericsson Hilda Light 40pt, Ericsson Black, max 2-lines</a:t>
            </a:r>
          </a:p>
        </p:txBody>
      </p:sp>
      <p:sp>
        <p:nvSpPr>
          <p:cNvPr id="8" name="Text Placeholder 2">
            <a:extLst>
              <a:ext uri="{FF2B5EF4-FFF2-40B4-BE49-F238E27FC236}">
                <a16:creationId xmlns:a16="http://schemas.microsoft.com/office/drawing/2014/main" id="{483145CE-A2DE-4236-A4F9-8AE088671CA5}"/>
              </a:ext>
            </a:extLst>
          </p:cNvPr>
          <p:cNvSpPr>
            <a:spLocks noGrp="1"/>
          </p:cNvSpPr>
          <p:nvPr>
            <p:ph type="body" idx="1"/>
          </p:nvPr>
        </p:nvSpPr>
        <p:spPr>
          <a:xfrm>
            <a:off x="479425" y="1844674"/>
            <a:ext cx="11233150" cy="4392613"/>
          </a:xfrm>
          <a:prstGeom prst="rect">
            <a:avLst/>
          </a:prstGeom>
        </p:spPr>
        <p:txBody>
          <a:bodyPr vert="horz" lIns="72000" tIns="36000" rIns="72000" bIns="3600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pic>
        <p:nvPicPr>
          <p:cNvPr id="7" name="Graphic 6">
            <a:extLst>
              <a:ext uri="{FF2B5EF4-FFF2-40B4-BE49-F238E27FC236}">
                <a16:creationId xmlns:a16="http://schemas.microsoft.com/office/drawing/2014/main" id="{ECFCA6C0-C300-46F3-8D05-D936BF801E76}"/>
              </a:ext>
            </a:extLst>
          </p:cNvPr>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493088" y="476251"/>
            <a:ext cx="256032" cy="256032"/>
          </a:xfrm>
          <a:prstGeom prst="rect">
            <a:avLst/>
          </a:prstGeom>
        </p:spPr>
      </p:pic>
    </p:spTree>
    <p:extLst>
      <p:ext uri="{BB962C8B-B14F-4D97-AF65-F5344CB8AC3E}">
        <p14:creationId xmlns:p14="http://schemas.microsoft.com/office/powerpoint/2010/main" val="2523064765"/>
      </p:ext>
    </p:extLst>
  </p:cSld>
  <p:clrMap bg1="lt1" tx1="dk1" bg2="lt2" tx2="dk2" accent1="accent1" accent2="accent2" accent3="accent3" accent4="accent4" accent5="accent5" accent6="accent6" hlink="hlink" folHlink="folHlink"/>
  <p:sldLayoutIdLst>
    <p:sldLayoutId id="2147483661" r:id="rId1"/>
    <p:sldLayoutId id="2147483707" r:id="rId2"/>
    <p:sldLayoutId id="2147483709" r:id="rId3"/>
    <p:sldLayoutId id="2147483673" r:id="rId4"/>
    <p:sldLayoutId id="2147483706" r:id="rId5"/>
    <p:sldLayoutId id="2147483694" r:id="rId6"/>
    <p:sldLayoutId id="2147483675" r:id="rId7"/>
    <p:sldLayoutId id="2147483696" r:id="rId8"/>
    <p:sldLayoutId id="2147483678" r:id="rId9"/>
    <p:sldLayoutId id="2147483690" r:id="rId10"/>
    <p:sldLayoutId id="2147483681" r:id="rId11"/>
    <p:sldLayoutId id="2147483692" r:id="rId12"/>
    <p:sldLayoutId id="2147483705" r:id="rId13"/>
    <p:sldLayoutId id="2147483710" r:id="rId14"/>
  </p:sldLayoutIdLst>
  <p:hf sldNum="0" hdr="0" ftr="0" dt="0"/>
  <p:txStyles>
    <p:titleStyle>
      <a:lvl1pPr algn="l" rtl="0" eaLnBrk="1" fontAlgn="base" hangingPunct="1">
        <a:lnSpc>
          <a:spcPct val="85000"/>
        </a:lnSpc>
        <a:spcBef>
          <a:spcPts val="300"/>
        </a:spcBef>
        <a:spcAft>
          <a:spcPct val="0"/>
        </a:spcAft>
        <a:defRPr sz="4000" kern="1400" spc="-160">
          <a:solidFill>
            <a:schemeClr val="tx1"/>
          </a:solidFill>
          <a:latin typeface="+mj-lt"/>
          <a:ea typeface="+mj-ea"/>
          <a:cs typeface="+mj-cs"/>
        </a:defRPr>
      </a:lvl1pPr>
      <a:lvl2pPr algn="l" rtl="0" eaLnBrk="1" fontAlgn="base" hangingPunct="1">
        <a:lnSpc>
          <a:spcPct val="85000"/>
        </a:lnSpc>
        <a:spcBef>
          <a:spcPct val="0"/>
        </a:spcBef>
        <a:spcAft>
          <a:spcPct val="0"/>
        </a:spcAft>
        <a:defRPr sz="4000">
          <a:solidFill>
            <a:schemeClr val="tx1"/>
          </a:solidFill>
          <a:latin typeface="Ericsson Hilda" pitchFamily="2" charset="0"/>
        </a:defRPr>
      </a:lvl2pPr>
      <a:lvl3pPr algn="l" rtl="0" eaLnBrk="1" fontAlgn="base" hangingPunct="1">
        <a:lnSpc>
          <a:spcPct val="85000"/>
        </a:lnSpc>
        <a:spcBef>
          <a:spcPct val="0"/>
        </a:spcBef>
        <a:spcAft>
          <a:spcPct val="0"/>
        </a:spcAft>
        <a:defRPr sz="4000">
          <a:solidFill>
            <a:schemeClr val="tx1"/>
          </a:solidFill>
          <a:latin typeface="Ericsson Hilda" pitchFamily="2" charset="0"/>
        </a:defRPr>
      </a:lvl3pPr>
      <a:lvl4pPr algn="l" rtl="0" eaLnBrk="1" fontAlgn="base" hangingPunct="1">
        <a:lnSpc>
          <a:spcPct val="85000"/>
        </a:lnSpc>
        <a:spcBef>
          <a:spcPct val="0"/>
        </a:spcBef>
        <a:spcAft>
          <a:spcPct val="0"/>
        </a:spcAft>
        <a:defRPr sz="4000">
          <a:solidFill>
            <a:schemeClr val="tx1"/>
          </a:solidFill>
          <a:latin typeface="Ericsson Hilda" pitchFamily="2" charset="0"/>
        </a:defRPr>
      </a:lvl4pPr>
      <a:lvl5pPr algn="l" rtl="0" eaLnBrk="1" fontAlgn="base" hangingPunct="1">
        <a:lnSpc>
          <a:spcPct val="85000"/>
        </a:lnSpc>
        <a:spcBef>
          <a:spcPct val="0"/>
        </a:spcBef>
        <a:spcAft>
          <a:spcPct val="0"/>
        </a:spcAft>
        <a:defRPr sz="4000">
          <a:solidFill>
            <a:schemeClr val="tx1"/>
          </a:solidFill>
          <a:latin typeface="Ericsson Hilda" pitchFamily="2" charset="0"/>
        </a:defRPr>
      </a:lvl5pPr>
      <a:lvl6pPr marL="457200" algn="l" rtl="0" eaLnBrk="1" fontAlgn="base" hangingPunct="1">
        <a:spcBef>
          <a:spcPct val="0"/>
        </a:spcBef>
        <a:spcAft>
          <a:spcPct val="0"/>
        </a:spcAft>
        <a:defRPr sz="3200">
          <a:solidFill>
            <a:schemeClr val="tx1"/>
          </a:solidFill>
          <a:latin typeface="Ericsson Hilda" pitchFamily="2" charset="0"/>
        </a:defRPr>
      </a:lvl6pPr>
      <a:lvl7pPr marL="914400" algn="l" rtl="0" eaLnBrk="1" fontAlgn="base" hangingPunct="1">
        <a:spcBef>
          <a:spcPct val="0"/>
        </a:spcBef>
        <a:spcAft>
          <a:spcPct val="0"/>
        </a:spcAft>
        <a:defRPr sz="3200">
          <a:solidFill>
            <a:schemeClr val="tx1"/>
          </a:solidFill>
          <a:latin typeface="Ericsson Hilda" pitchFamily="2" charset="0"/>
        </a:defRPr>
      </a:lvl7pPr>
      <a:lvl8pPr marL="1371600" algn="l" rtl="0" eaLnBrk="1" fontAlgn="base" hangingPunct="1">
        <a:spcBef>
          <a:spcPct val="0"/>
        </a:spcBef>
        <a:spcAft>
          <a:spcPct val="0"/>
        </a:spcAft>
        <a:defRPr sz="3200">
          <a:solidFill>
            <a:schemeClr val="tx1"/>
          </a:solidFill>
          <a:latin typeface="Ericsson Hilda" pitchFamily="2" charset="0"/>
        </a:defRPr>
      </a:lvl8pPr>
      <a:lvl9pPr marL="1828800" algn="l" rtl="0" eaLnBrk="1" fontAlgn="base" hangingPunct="1">
        <a:spcBef>
          <a:spcPct val="0"/>
        </a:spcBef>
        <a:spcAft>
          <a:spcPct val="0"/>
        </a:spcAft>
        <a:defRPr sz="3200">
          <a:solidFill>
            <a:schemeClr val="tx1"/>
          </a:solidFill>
          <a:latin typeface="Ericsson Hilda" pitchFamily="2" charset="0"/>
        </a:defRPr>
      </a:lvl9pPr>
    </p:titleStyle>
    <p:bodyStyle>
      <a:lvl1pPr marL="265113" indent="-265113"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ea typeface="+mn-ea"/>
          <a:cs typeface="+mn-cs"/>
        </a:defRPr>
      </a:lvl1pPr>
      <a:lvl2pPr marL="538163" indent="-273050"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defRPr>
      </a:lvl2pPr>
      <a:lvl3pPr marL="803275" indent="-265113"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defRPr>
      </a:lvl3pPr>
      <a:lvl4pPr marL="1076325" indent="-273050"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defRPr>
      </a:lvl4pPr>
      <a:lvl5pPr marL="1341438" indent="-265113"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defRPr>
      </a:lvl5pPr>
      <a:lvl6pPr marL="1341438" indent="-265113" algn="l" rtl="0" eaLnBrk="1" fontAlgn="base" hangingPunct="1">
        <a:spcBef>
          <a:spcPts val="800"/>
        </a:spcBef>
        <a:spcAft>
          <a:spcPct val="0"/>
        </a:spcAft>
        <a:buClrTx/>
        <a:buFont typeface="Ericsson Hilda" panose="00000500000000000000" pitchFamily="2" charset="0"/>
        <a:buChar char="●"/>
        <a:defRPr sz="2000">
          <a:solidFill>
            <a:schemeClr val="tx1"/>
          </a:solidFill>
          <a:latin typeface="+mn-lt"/>
        </a:defRPr>
      </a:lvl6pPr>
      <a:lvl7pPr marL="1341438" indent="-265113" algn="l" rtl="0" eaLnBrk="1" fontAlgn="base" hangingPunct="1">
        <a:spcBef>
          <a:spcPts val="800"/>
        </a:spcBef>
        <a:spcAft>
          <a:spcPct val="0"/>
        </a:spcAft>
        <a:buClrTx/>
        <a:buFont typeface="Ericsson Hilda" panose="00000500000000000000" pitchFamily="2" charset="0"/>
        <a:buChar char="●"/>
        <a:defRPr sz="2000">
          <a:solidFill>
            <a:schemeClr val="tx1"/>
          </a:solidFill>
          <a:latin typeface="+mn-lt"/>
        </a:defRPr>
      </a:lvl7pPr>
      <a:lvl8pPr marL="1341438" indent="-265113" algn="l" rtl="0" eaLnBrk="1" fontAlgn="base" hangingPunct="1">
        <a:spcBef>
          <a:spcPts val="800"/>
        </a:spcBef>
        <a:spcAft>
          <a:spcPct val="0"/>
        </a:spcAft>
        <a:buClrTx/>
        <a:buFont typeface="Ericsson Hilda" panose="00000500000000000000" pitchFamily="2" charset="0"/>
        <a:buChar char="●"/>
        <a:defRPr sz="2000">
          <a:solidFill>
            <a:schemeClr val="tx1"/>
          </a:solidFill>
          <a:latin typeface="+mn-lt"/>
        </a:defRPr>
      </a:lvl8pPr>
      <a:lvl9pPr marL="1341438" indent="-265113" algn="l" rtl="0" eaLnBrk="1" fontAlgn="base" hangingPunct="1">
        <a:spcBef>
          <a:spcPts val="800"/>
        </a:spcBef>
        <a:spcAft>
          <a:spcPct val="0"/>
        </a:spcAft>
        <a:buClrTx/>
        <a:buFont typeface="Ericsson Hilda" panose="00000500000000000000" pitchFamily="2" charset="0"/>
        <a:buChar char="●"/>
        <a:defRPr sz="2000">
          <a:solidFill>
            <a:schemeClr val="tx1"/>
          </a:solidFill>
          <a:latin typeface="+mn-lt"/>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0">
          <p15:clr>
            <a:srgbClr val="A4A3A4"/>
          </p15:clr>
        </p15:guide>
        <p15:guide id="2" pos="302">
          <p15:clr>
            <a:srgbClr val="A4A3A4"/>
          </p15:clr>
        </p15:guide>
        <p15:guide id="3" pos="1935">
          <p15:clr>
            <a:srgbClr val="A4A3A4"/>
          </p15:clr>
        </p15:guide>
        <p15:guide id="4" orient="horz" pos="981">
          <p15:clr>
            <a:srgbClr val="A4A3A4"/>
          </p15:clr>
        </p15:guide>
        <p15:guide id="6" pos="2116">
          <p15:clr>
            <a:srgbClr val="A4A3A4"/>
          </p15:clr>
        </p15:guide>
        <p15:guide id="7" pos="3931">
          <p15:clr>
            <a:srgbClr val="A4A3A4"/>
          </p15:clr>
        </p15:guide>
        <p15:guide id="9" pos="3749">
          <p15:clr>
            <a:srgbClr val="A4A3A4"/>
          </p15:clr>
        </p15:guide>
        <p15:guide id="10" pos="5564">
          <p15:clr>
            <a:srgbClr val="A4A3A4"/>
          </p15:clr>
        </p15:guide>
        <p15:guide id="12" pos="5745">
          <p15:clr>
            <a:srgbClr val="A4A3A4"/>
          </p15:clr>
        </p15:guide>
        <p15:guide id="13" pos="7378">
          <p15:clr>
            <a:srgbClr val="A4A3A4"/>
          </p15:clr>
        </p15:guide>
        <p15:guide id="16" orient="horz" pos="2478">
          <p15:clr>
            <a:srgbClr val="A4A3A4"/>
          </p15:clr>
        </p15:guide>
        <p15:guide id="17" orient="horz" pos="2614">
          <p15:clr>
            <a:srgbClr val="A4A3A4"/>
          </p15:clr>
        </p15:guide>
        <p15:guide id="18" orient="horz" pos="3929">
          <p15:clr>
            <a:srgbClr val="A4A3A4"/>
          </p15:clr>
        </p15:guide>
        <p15:guide id="19" orient="horz" pos="4110">
          <p15:clr>
            <a:srgbClr val="A4A3A4"/>
          </p15:clr>
        </p15:guide>
        <p15:guide id="20" orient="horz" pos="1162">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3.xml"/><Relationship Id="rId1" Type="http://schemas.openxmlformats.org/officeDocument/2006/relationships/customXml" Target="../../customXml/item1.xml"/><Relationship Id="rId5" Type="http://schemas.openxmlformats.org/officeDocument/2006/relationships/image" Target="../media/image5.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25_5154485.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126_800B80D6.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microsoft.com/office/2018/10/relationships/comments" Target="../comments/modernComment_12C_A9F9AB3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microsoft.com/office/2018/10/relationships/comments" Target="../comments/modernComment_12D_C915ADA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microsoft.com/office/2018/10/relationships/comments" Target="../comments/modernComment_12E_150F657B.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microsoft.com/office/2018/10/relationships/comments" Target="../comments/modernComment_130_6D93574D.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6.png"/><Relationship Id="rId1" Type="http://schemas.openxmlformats.org/officeDocument/2006/relationships/slideLayout" Target="../slideLayouts/slideLayout14.xml"/><Relationship Id="rId4" Type="http://schemas.openxmlformats.org/officeDocument/2006/relationships/image" Target="../media/image10.sv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customXml" Target="../../customXml/item11.xml"/><Relationship Id="rId1" Type="http://schemas.openxmlformats.org/officeDocument/2006/relationships/customXml" Target="../../customXml/item10.xml"/><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cture containing text&#10;&#10;Description automatically generated">
            <a:extLst>
              <a:ext uri="{FF2B5EF4-FFF2-40B4-BE49-F238E27FC236}">
                <a16:creationId xmlns:a16="http://schemas.microsoft.com/office/drawing/2014/main" id="{94CB4306-8184-20B8-DD55-303E90DFD5CF}"/>
              </a:ext>
            </a:extLst>
          </p:cNvPr>
          <p:cNvPicPr>
            <a:picLocks noChangeAspect="1"/>
          </p:cNvPicPr>
          <p:nvPr/>
        </p:nvPicPr>
        <p:blipFill rotWithShape="1">
          <a:blip r:embed="rId5">
            <a:extLst>
              <a:ext uri="{28A0092B-C50C-407E-A947-70E740481C1C}">
                <a14:useLocalDpi xmlns:a14="http://schemas.microsoft.com/office/drawing/2010/main" val="0"/>
              </a:ext>
            </a:extLst>
          </a:blip>
          <a:srcRect l="9898" t="9091" r="2"/>
          <a:stretch/>
        </p:blipFill>
        <p:spPr>
          <a:xfrm>
            <a:off x="0" y="10"/>
            <a:ext cx="12192000" cy="6857990"/>
          </a:xfrm>
          <a:prstGeom prst="rect">
            <a:avLst/>
          </a:prstGeom>
        </p:spPr>
      </p:pic>
      <p:sp>
        <p:nvSpPr>
          <p:cNvPr id="3" name="Title 2">
            <a:extLst>
              <a:ext uri="{FF2B5EF4-FFF2-40B4-BE49-F238E27FC236}">
                <a16:creationId xmlns:a16="http://schemas.microsoft.com/office/drawing/2014/main" id="{17D5CE7D-CCF0-44B0-843A-8D46859C44EE}"/>
              </a:ext>
            </a:extLst>
          </p:cNvPr>
          <p:cNvSpPr>
            <a:spLocks noGrp="1"/>
          </p:cNvSpPr>
          <p:nvPr>
            <p:ph type="ctrTitle"/>
          </p:nvPr>
        </p:nvSpPr>
        <p:spPr>
          <a:ln>
            <a:noFill/>
          </a:ln>
        </p:spPr>
        <p:txBody>
          <a:bodyPr/>
          <a:lstStyle/>
          <a:p>
            <a:pPr marL="0" marR="0" lvl="0" indent="0" fontAlgn="base">
              <a:lnSpc>
                <a:spcPct val="90000"/>
              </a:lnSpc>
              <a:spcBef>
                <a:spcPct val="0"/>
              </a:spcBef>
              <a:spcAft>
                <a:spcPts val="600"/>
              </a:spcAft>
              <a:tabLst/>
              <a:defRPr/>
            </a:pPr>
            <a:r>
              <a:rPr lang="en-US" sz="6600" kern="1200" dirty="0">
                <a:solidFill>
                  <a:schemeClr val="bg1"/>
                </a:solidFill>
              </a:rPr>
              <a:t>Onboarding Data Collection</a:t>
            </a:r>
            <a:br>
              <a:rPr lang="en-US" sz="6600" kern="1200" dirty="0">
                <a:solidFill>
                  <a:schemeClr val="bg1"/>
                </a:solidFill>
              </a:rPr>
            </a:br>
            <a:r>
              <a:rPr lang="en-US" sz="6600" kern="1200" dirty="0">
                <a:solidFill>
                  <a:schemeClr val="bg1"/>
                </a:solidFill>
              </a:rPr>
              <a:t>Quick Reference Guide </a:t>
            </a:r>
            <a:endParaRPr lang="en-US" dirty="0">
              <a:solidFill>
                <a:schemeClr val="bg1"/>
              </a:solidFill>
            </a:endParaRPr>
          </a:p>
        </p:txBody>
      </p:sp>
      <p:sp>
        <p:nvSpPr>
          <p:cNvPr id="4" name="Subtitle 3">
            <a:extLst>
              <a:ext uri="{FF2B5EF4-FFF2-40B4-BE49-F238E27FC236}">
                <a16:creationId xmlns:a16="http://schemas.microsoft.com/office/drawing/2014/main" id="{6A927E07-3624-45B8-934B-C229726CA813}"/>
              </a:ext>
            </a:extLst>
          </p:cNvPr>
          <p:cNvSpPr>
            <a:spLocks noGrp="1"/>
          </p:cNvSpPr>
          <p:nvPr>
            <p:ph type="subTitle" idx="1"/>
          </p:nvPr>
        </p:nvSpPr>
        <p:spPr>
          <a:ln>
            <a:noFill/>
          </a:ln>
        </p:spPr>
        <p:txBody>
          <a:bodyPr/>
          <a:lstStyle/>
          <a:p>
            <a:pPr>
              <a:lnSpc>
                <a:spcPct val="90000"/>
              </a:lnSpc>
            </a:pPr>
            <a:r>
              <a:rPr lang="en-US" sz="2000" kern="1200" dirty="0">
                <a:solidFill>
                  <a:schemeClr val="bg1"/>
                </a:solidFill>
              </a:rPr>
              <a:t>The purpose of this guide is to describe how to fill in the Personal and Additional Data Collection forms in SuccessFactors’ Onboarding portal. </a:t>
            </a:r>
          </a:p>
          <a:p>
            <a:pPr>
              <a:lnSpc>
                <a:spcPct val="90000"/>
              </a:lnSpc>
            </a:pPr>
            <a:br>
              <a:rPr lang="en-US" kern="1200" dirty="0">
                <a:solidFill>
                  <a:schemeClr val="bg1"/>
                </a:solidFill>
              </a:rPr>
            </a:br>
            <a:r>
              <a:rPr lang="en-US" sz="2000" b="1" kern="1200" dirty="0">
                <a:solidFill>
                  <a:schemeClr val="bg1"/>
                </a:solidFill>
              </a:rPr>
              <a:t>User role:</a:t>
            </a:r>
            <a:r>
              <a:rPr lang="en-US" sz="2000" kern="1200" dirty="0">
                <a:solidFill>
                  <a:schemeClr val="bg1"/>
                </a:solidFill>
              </a:rPr>
              <a:t> New Joiner</a:t>
            </a:r>
          </a:p>
          <a:p>
            <a:pPr marL="342900" indent="-342900">
              <a:buFont typeface="Arial" panose="020B0604020202020204" pitchFamily="34" charset="0"/>
              <a:buChar char="•"/>
            </a:pPr>
            <a:endParaRPr lang="en-US" dirty="0">
              <a:solidFill>
                <a:schemeClr val="bg1"/>
              </a:solidFill>
            </a:endParaRPr>
          </a:p>
        </p:txBody>
      </p:sp>
      <p:sp>
        <p:nvSpPr>
          <p:cNvPr id="2" name="Content Placeholder 1">
            <a:extLst>
              <a:ext uri="{FF2B5EF4-FFF2-40B4-BE49-F238E27FC236}">
                <a16:creationId xmlns:a16="http://schemas.microsoft.com/office/drawing/2014/main" id="{43113107-870A-D91D-0A78-672B4DA98A9C}"/>
              </a:ext>
            </a:extLst>
          </p:cNvPr>
          <p:cNvSpPr>
            <a:spLocks noGrp="1"/>
          </p:cNvSpPr>
          <p:nvPr>
            <p:ph sz="quarter" idx="10"/>
          </p:nvPr>
        </p:nvSpPr>
        <p:spPr/>
        <p:txBody>
          <a:bodyPr/>
          <a:lstStyle/>
          <a:p>
            <a:endParaRPr lang="en-US"/>
          </a:p>
        </p:txBody>
      </p:sp>
      <p:sp>
        <p:nvSpPr>
          <p:cNvPr id="5" name="Content Placeholder 4">
            <a:extLst>
              <a:ext uri="{FF2B5EF4-FFF2-40B4-BE49-F238E27FC236}">
                <a16:creationId xmlns:a16="http://schemas.microsoft.com/office/drawing/2014/main" id="{22E7873B-FEDF-1728-0C3A-76BFC99AC590}"/>
              </a:ext>
            </a:extLst>
          </p:cNvPr>
          <p:cNvSpPr>
            <a:spLocks noGrp="1"/>
          </p:cNvSpPr>
          <p:nvPr>
            <p:ph sz="quarter" idx="11"/>
          </p:nvPr>
        </p:nvSpPr>
        <p:spPr/>
        <p:txBody>
          <a:bodyPr/>
          <a:lstStyle/>
          <a:p>
            <a:endParaRPr lang="en-US"/>
          </a:p>
        </p:txBody>
      </p:sp>
      <p:sp>
        <p:nvSpPr>
          <p:cNvPr id="6" name="Content Placeholder 5">
            <a:extLst>
              <a:ext uri="{FF2B5EF4-FFF2-40B4-BE49-F238E27FC236}">
                <a16:creationId xmlns:a16="http://schemas.microsoft.com/office/drawing/2014/main" id="{82D51189-BBFD-4D43-16DB-79F901FEBBF9}"/>
              </a:ext>
            </a:extLst>
          </p:cNvPr>
          <p:cNvSpPr>
            <a:spLocks noGrp="1"/>
          </p:cNvSpPr>
          <p:nvPr>
            <p:ph sz="quarter" idx="12"/>
          </p:nvPr>
        </p:nvSpPr>
        <p:spPr/>
        <p:txBody>
          <a:bodyPr/>
          <a:lstStyle/>
          <a:p>
            <a:endParaRPr lang="en-US"/>
          </a:p>
        </p:txBody>
      </p:sp>
    </p:spTree>
    <p:custDataLst>
      <p:custData r:id="rId1"/>
      <p:custData r:id="rId2"/>
    </p:custDataLst>
    <p:extLst>
      <p:ext uri="{BB962C8B-B14F-4D97-AF65-F5344CB8AC3E}">
        <p14:creationId xmlns:p14="http://schemas.microsoft.com/office/powerpoint/2010/main" val="2230748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FD950BA-78C4-14A7-46D9-9D7DB0B2DFC1}"/>
              </a:ext>
            </a:extLst>
          </p:cNvPr>
          <p:cNvSpPr>
            <a:spLocks noGrp="1"/>
          </p:cNvSpPr>
          <p:nvPr>
            <p:ph type="title"/>
          </p:nvPr>
        </p:nvSpPr>
        <p:spPr/>
        <p:txBody>
          <a:bodyPr/>
          <a:lstStyle/>
          <a:p>
            <a:r>
              <a:rPr lang="en-US" sz="4000" kern="1200" dirty="0">
                <a:ea typeface="+mn-ea"/>
                <a:cs typeface="+mn-cs"/>
              </a:rPr>
              <a:t>Onboarding Data Collection</a:t>
            </a:r>
            <a:br>
              <a:rPr lang="en-US" sz="4000" kern="1200" dirty="0">
                <a:ea typeface="+mn-ea"/>
                <a:cs typeface="+mn-cs"/>
              </a:rPr>
            </a:br>
            <a:endParaRPr lang="en-US" dirty="0"/>
          </a:p>
        </p:txBody>
      </p:sp>
      <p:pic>
        <p:nvPicPr>
          <p:cNvPr id="9" name="Content Placeholder 8">
            <a:extLst>
              <a:ext uri="{FF2B5EF4-FFF2-40B4-BE49-F238E27FC236}">
                <a16:creationId xmlns:a16="http://schemas.microsoft.com/office/drawing/2014/main" id="{56C2FF1E-C733-4EC3-8802-342EAE88C22A}"/>
              </a:ext>
            </a:extLst>
          </p:cNvPr>
          <p:cNvPicPr>
            <a:picLocks noGrp="1" noChangeAspect="1"/>
          </p:cNvPicPr>
          <p:nvPr>
            <p:ph sz="half" idx="1"/>
          </p:nvPr>
        </p:nvPicPr>
        <p:blipFill>
          <a:blip r:embed="rId3"/>
          <a:stretch>
            <a:fillRect/>
          </a:stretch>
        </p:blipFill>
        <p:spPr>
          <a:xfrm>
            <a:off x="479424" y="1860320"/>
            <a:ext cx="4131905" cy="4382323"/>
          </a:xfrm>
          <a:prstGeom prst="rect">
            <a:avLst/>
          </a:prstGeom>
        </p:spPr>
      </p:pic>
      <p:sp>
        <p:nvSpPr>
          <p:cNvPr id="8" name="Content Placeholder 7">
            <a:extLst>
              <a:ext uri="{FF2B5EF4-FFF2-40B4-BE49-F238E27FC236}">
                <a16:creationId xmlns:a16="http://schemas.microsoft.com/office/drawing/2014/main" id="{CAA2E7F1-649B-570B-C3FB-296AA65B0934}"/>
              </a:ext>
            </a:extLst>
          </p:cNvPr>
          <p:cNvSpPr>
            <a:spLocks noGrp="1"/>
          </p:cNvSpPr>
          <p:nvPr>
            <p:ph sz="quarter" idx="3"/>
          </p:nvPr>
        </p:nvSpPr>
        <p:spPr>
          <a:xfrm>
            <a:off x="6240463" y="1844675"/>
            <a:ext cx="5472112" cy="1238768"/>
          </a:xfrm>
        </p:spPr>
        <p:txBody>
          <a:bodyPr/>
          <a:lstStyle/>
          <a:p>
            <a:pPr marL="457200" indent="-457200">
              <a:buFont typeface="+mj-lt"/>
              <a:buAutoNum type="arabicPeriod"/>
            </a:pPr>
            <a:r>
              <a:rPr lang="en-US" sz="1600" dirty="0"/>
              <a:t>Go to </a:t>
            </a:r>
            <a:r>
              <a:rPr lang="en-US" sz="1600" b="1" dirty="0"/>
              <a:t>For You Today </a:t>
            </a:r>
          </a:p>
          <a:p>
            <a:pPr marL="457200" indent="-457200">
              <a:buFont typeface="+mj-lt"/>
              <a:buAutoNum type="arabicPeriod"/>
            </a:pPr>
            <a:r>
              <a:rPr lang="en-US" sz="1600" dirty="0"/>
              <a:t>Click on </a:t>
            </a:r>
            <a:r>
              <a:rPr lang="en-US" sz="1600" b="1" dirty="0"/>
              <a:t>Provide Personal Details</a:t>
            </a:r>
            <a:endParaRPr lang="en-US" sz="1600" dirty="0"/>
          </a:p>
        </p:txBody>
      </p:sp>
    </p:spTree>
    <p:extLst>
      <p:ext uri="{BB962C8B-B14F-4D97-AF65-F5344CB8AC3E}">
        <p14:creationId xmlns:p14="http://schemas.microsoft.com/office/powerpoint/2010/main" val="85279877"/>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A77FD-2614-452E-CB11-9A21425AB558}"/>
              </a:ext>
            </a:extLst>
          </p:cNvPr>
          <p:cNvSpPr>
            <a:spLocks noGrp="1"/>
          </p:cNvSpPr>
          <p:nvPr>
            <p:ph type="title"/>
          </p:nvPr>
        </p:nvSpPr>
        <p:spPr/>
        <p:txBody>
          <a:bodyPr/>
          <a:lstStyle/>
          <a:p>
            <a:r>
              <a:rPr lang="en-US" dirty="0"/>
              <a:t>Personal Data Collection</a:t>
            </a:r>
          </a:p>
        </p:txBody>
      </p:sp>
      <p:pic>
        <p:nvPicPr>
          <p:cNvPr id="5" name="Content Placeholder 4">
            <a:extLst>
              <a:ext uri="{FF2B5EF4-FFF2-40B4-BE49-F238E27FC236}">
                <a16:creationId xmlns:a16="http://schemas.microsoft.com/office/drawing/2014/main" id="{C902C58A-2AEC-1E22-427D-12237756AA75}"/>
              </a:ext>
            </a:extLst>
          </p:cNvPr>
          <p:cNvPicPr>
            <a:picLocks noGrp="1" noChangeAspect="1"/>
          </p:cNvPicPr>
          <p:nvPr>
            <p:ph sz="half" idx="1"/>
          </p:nvPr>
        </p:nvPicPr>
        <p:blipFill rotWithShape="1">
          <a:blip r:embed="rId3"/>
          <a:srcRect l="2206" t="3243" r="1057" b="3110"/>
          <a:stretch/>
        </p:blipFill>
        <p:spPr>
          <a:xfrm>
            <a:off x="518160" y="1844675"/>
            <a:ext cx="4319654" cy="2302023"/>
          </a:xfrm>
          <a:prstGeom prst="roundRect">
            <a:avLst>
              <a:gd name="adj" fmla="val 10566"/>
            </a:avLst>
          </a:prstGeom>
        </p:spPr>
      </p:pic>
      <p:sp>
        <p:nvSpPr>
          <p:cNvPr id="4" name="Content Placeholder 3">
            <a:extLst>
              <a:ext uri="{FF2B5EF4-FFF2-40B4-BE49-F238E27FC236}">
                <a16:creationId xmlns:a16="http://schemas.microsoft.com/office/drawing/2014/main" id="{2039EF96-EF7D-944F-B23D-4D973BC217D0}"/>
              </a:ext>
            </a:extLst>
          </p:cNvPr>
          <p:cNvSpPr>
            <a:spLocks noGrp="1"/>
          </p:cNvSpPr>
          <p:nvPr>
            <p:ph sz="quarter" idx="3"/>
          </p:nvPr>
        </p:nvSpPr>
        <p:spPr>
          <a:xfrm>
            <a:off x="6240463" y="1844674"/>
            <a:ext cx="5472112" cy="919791"/>
          </a:xfrm>
        </p:spPr>
        <p:txBody>
          <a:bodyPr/>
          <a:lstStyle/>
          <a:p>
            <a:pPr marL="0" indent="0">
              <a:buNone/>
            </a:pPr>
            <a:r>
              <a:rPr lang="en-US" sz="1600" dirty="0"/>
              <a:t>Click on </a:t>
            </a:r>
            <a:r>
              <a:rPr lang="en-US" sz="1600" b="1" dirty="0"/>
              <a:t>Get Started</a:t>
            </a:r>
            <a:endParaRPr lang="en-US" sz="1600" dirty="0"/>
          </a:p>
        </p:txBody>
      </p:sp>
    </p:spTree>
    <p:extLst>
      <p:ext uri="{BB962C8B-B14F-4D97-AF65-F5344CB8AC3E}">
        <p14:creationId xmlns:p14="http://schemas.microsoft.com/office/powerpoint/2010/main" val="2148237526"/>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B67C4A-F583-F238-F621-4E3A9D434A7D}"/>
              </a:ext>
            </a:extLst>
          </p:cNvPr>
          <p:cNvSpPr>
            <a:spLocks noGrp="1"/>
          </p:cNvSpPr>
          <p:nvPr>
            <p:ph type="title"/>
          </p:nvPr>
        </p:nvSpPr>
        <p:spPr/>
        <p:txBody>
          <a:bodyPr/>
          <a:lstStyle/>
          <a:p>
            <a:r>
              <a:rPr lang="en-US" dirty="0"/>
              <a:t>Personal Data Collection</a:t>
            </a:r>
          </a:p>
        </p:txBody>
      </p:sp>
      <p:sp>
        <p:nvSpPr>
          <p:cNvPr id="6" name="Content Placeholder 5">
            <a:extLst>
              <a:ext uri="{FF2B5EF4-FFF2-40B4-BE49-F238E27FC236}">
                <a16:creationId xmlns:a16="http://schemas.microsoft.com/office/drawing/2014/main" id="{0DBCE0A2-2129-BA5E-B784-893DB61B71CF}"/>
              </a:ext>
            </a:extLst>
          </p:cNvPr>
          <p:cNvSpPr>
            <a:spLocks noGrp="1"/>
          </p:cNvSpPr>
          <p:nvPr>
            <p:ph sz="quarter" idx="3"/>
          </p:nvPr>
        </p:nvSpPr>
        <p:spPr>
          <a:xfrm>
            <a:off x="6240463" y="1844674"/>
            <a:ext cx="5472112" cy="4641186"/>
          </a:xfrm>
        </p:spPr>
        <p:txBody>
          <a:bodyPr/>
          <a:lstStyle/>
          <a:p>
            <a:pPr marL="0" marR="0" lvl="0" indent="0" algn="l" defTabSz="923544"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181818"/>
                </a:solidFill>
                <a:effectLst/>
                <a:uLnTx/>
                <a:uFillTx/>
                <a:latin typeface="Ericsson Hilda"/>
                <a:ea typeface="+mj-ea"/>
                <a:cs typeface="+mj-cs"/>
              </a:rPr>
              <a:t>Name Information</a:t>
            </a:r>
          </a:p>
          <a:p>
            <a:pPr marL="0" marR="0" lvl="0" indent="0" algn="l" defTabSz="923544"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181818"/>
                </a:solidFill>
                <a:effectLst/>
                <a:uLnTx/>
                <a:uFillTx/>
                <a:latin typeface="Ericsson Hilda"/>
                <a:ea typeface="+mj-ea"/>
                <a:cs typeface="+mj-cs"/>
              </a:rPr>
              <a:t>Validate and update when needed.</a:t>
            </a:r>
            <a:br>
              <a:rPr kumimoji="0" lang="en-US" sz="1600" b="0" i="0" u="none" strike="noStrike" kern="1200" cap="none" spc="0" normalizeH="0" baseline="0" noProof="0" dirty="0">
                <a:ln>
                  <a:noFill/>
                </a:ln>
                <a:solidFill>
                  <a:srgbClr val="181818"/>
                </a:solidFill>
                <a:effectLst/>
                <a:uLnTx/>
                <a:uFillTx/>
                <a:latin typeface="Ericsson Hilda"/>
                <a:ea typeface="+mj-ea"/>
                <a:cs typeface="+mj-cs"/>
              </a:rPr>
            </a:br>
            <a:br>
              <a:rPr kumimoji="0" lang="en-US" sz="1600" b="0" i="0" u="none" strike="noStrike" kern="1200" cap="none" spc="0" normalizeH="0" baseline="0" noProof="0" dirty="0">
                <a:ln>
                  <a:noFill/>
                </a:ln>
                <a:solidFill>
                  <a:srgbClr val="181818"/>
                </a:solidFill>
                <a:effectLst/>
                <a:uLnTx/>
                <a:uFillTx/>
                <a:latin typeface="Ericsson Hilda"/>
                <a:ea typeface="+mj-ea"/>
                <a:cs typeface="+mj-cs"/>
              </a:rPr>
            </a:br>
            <a:r>
              <a:rPr kumimoji="0" lang="en-US" sz="1600" b="1" i="0" u="sng" strike="noStrike" kern="1200" cap="none" spc="0" normalizeH="0" baseline="0" noProof="0" dirty="0">
                <a:ln>
                  <a:noFill/>
                </a:ln>
                <a:solidFill>
                  <a:srgbClr val="181818"/>
                </a:solidFill>
                <a:effectLst/>
                <a:uLnTx/>
                <a:uFillTx/>
                <a:latin typeface="Ericsson Hilda"/>
                <a:ea typeface="+mj-ea"/>
                <a:cs typeface="+mj-cs"/>
              </a:rPr>
              <a:t>Definitions</a:t>
            </a:r>
          </a:p>
          <a:p>
            <a:pPr marL="173165" marR="0" lvl="0" indent="-173165" algn="l" defTabSz="923544"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181818"/>
                </a:solidFill>
                <a:effectLst/>
                <a:uLnTx/>
                <a:uFillTx/>
                <a:latin typeface="Ericsson Hilda"/>
                <a:ea typeface="+mj-ea"/>
                <a:cs typeface="+mj-cs"/>
              </a:rPr>
              <a:t>First Name</a:t>
            </a:r>
            <a:r>
              <a:rPr kumimoji="0" lang="en-US" sz="1600" b="0" i="0" u="none" strike="noStrike" kern="1200" cap="none" spc="0" normalizeH="0" baseline="0" noProof="0" dirty="0">
                <a:ln>
                  <a:noFill/>
                </a:ln>
                <a:solidFill>
                  <a:srgbClr val="181818"/>
                </a:solidFill>
                <a:effectLst/>
                <a:uLnTx/>
                <a:uFillTx/>
                <a:latin typeface="Ericsson Hilda"/>
                <a:ea typeface="+mj-ea"/>
                <a:cs typeface="+mj-cs"/>
              </a:rPr>
              <a:t>: Your legal/given name </a:t>
            </a:r>
          </a:p>
          <a:p>
            <a:pPr marL="173165" marR="0" lvl="0" indent="-173165" algn="l" defTabSz="923544"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181818"/>
                </a:solidFill>
                <a:effectLst/>
                <a:uLnTx/>
                <a:uFillTx/>
                <a:latin typeface="Ericsson Hilda"/>
                <a:ea typeface="+mj-ea"/>
                <a:cs typeface="+mj-cs"/>
              </a:rPr>
              <a:t>Last Name</a:t>
            </a:r>
            <a:r>
              <a:rPr kumimoji="0" lang="en-US" sz="1600" b="0" i="0" u="none" strike="noStrike" kern="1200" cap="none" spc="0" normalizeH="0" baseline="0" noProof="0" dirty="0">
                <a:ln>
                  <a:noFill/>
                </a:ln>
                <a:solidFill>
                  <a:srgbClr val="181818"/>
                </a:solidFill>
                <a:effectLst/>
                <a:uLnTx/>
                <a:uFillTx/>
                <a:latin typeface="Ericsson Hilda"/>
                <a:ea typeface="+mj-ea"/>
                <a:cs typeface="+mj-cs"/>
              </a:rPr>
              <a:t>: Your family name/surname</a:t>
            </a:r>
          </a:p>
          <a:p>
            <a:pPr marL="173165" marR="0" lvl="0" indent="-173165" algn="l" defTabSz="923544"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181818"/>
                </a:solidFill>
                <a:effectLst/>
                <a:uLnTx/>
                <a:uFillTx/>
                <a:latin typeface="Ericsson Hilda"/>
                <a:ea typeface="+mj-ea"/>
                <a:cs typeface="+mj-cs"/>
              </a:rPr>
              <a:t>Middle Name</a:t>
            </a:r>
            <a:r>
              <a:rPr kumimoji="0" lang="en-US" sz="1600" b="0" i="0" u="none" strike="noStrike" kern="1200" cap="none" spc="0" normalizeH="0" baseline="0" noProof="0" dirty="0">
                <a:ln>
                  <a:noFill/>
                </a:ln>
                <a:solidFill>
                  <a:srgbClr val="181818"/>
                </a:solidFill>
                <a:effectLst/>
                <a:uLnTx/>
                <a:uFillTx/>
                <a:latin typeface="Ericsson Hilda"/>
                <a:ea typeface="+mj-ea"/>
                <a:cs typeface="+mj-cs"/>
              </a:rPr>
              <a:t>: Your second given name (when applicable)</a:t>
            </a:r>
          </a:p>
          <a:p>
            <a:pPr marL="173165" marR="0" lvl="0" indent="-173165" algn="l" defTabSz="923544"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181818"/>
                </a:solidFill>
                <a:effectLst/>
                <a:uLnTx/>
                <a:uFillTx/>
                <a:latin typeface="Ericsson Hilda"/>
                <a:ea typeface="+mj-ea"/>
                <a:cs typeface="+mj-cs"/>
              </a:rPr>
              <a:t>Display Name</a:t>
            </a:r>
            <a:r>
              <a:rPr kumimoji="0" lang="en-US" sz="1600" b="0" i="0" u="none" strike="noStrike" kern="1200" cap="none" spc="0" normalizeH="0" baseline="0" noProof="0" dirty="0">
                <a:ln>
                  <a:noFill/>
                </a:ln>
                <a:solidFill>
                  <a:srgbClr val="181818"/>
                </a:solidFill>
                <a:effectLst/>
                <a:uLnTx/>
                <a:uFillTx/>
                <a:latin typeface="Ericsson Hilda"/>
                <a:ea typeface="+mj-ea"/>
                <a:cs typeface="+mj-cs"/>
              </a:rPr>
              <a:t>: It will be used internally within Ericsson, in Outlook, Teams and in your business email address. The Display Name consists of the first name and last name unless a preferred name was provided in your application. If so, it replaces the first name. If an update of the preferred name is needed, this can be done further down in the data collection form.</a:t>
            </a:r>
          </a:p>
          <a:p>
            <a:pPr marL="173165" marR="0" lvl="0" indent="-173165" algn="l" defTabSz="923544"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181818"/>
                </a:solidFill>
                <a:effectLst/>
                <a:uLnTx/>
                <a:uFillTx/>
                <a:latin typeface="Ericsson Hilda"/>
                <a:ea typeface="+mj-ea"/>
                <a:cs typeface="+mj-cs"/>
              </a:rPr>
              <a:t>Biographical Information:</a:t>
            </a:r>
            <a:r>
              <a:rPr kumimoji="0" lang="en-US" sz="1600" b="0" i="0" u="none" strike="noStrike" kern="1200" cap="none" spc="0" normalizeH="0" baseline="0" noProof="0" dirty="0">
                <a:ln>
                  <a:noFill/>
                </a:ln>
                <a:solidFill>
                  <a:srgbClr val="181818"/>
                </a:solidFill>
                <a:effectLst/>
                <a:uLnTx/>
                <a:uFillTx/>
                <a:latin typeface="Ericsson Hilda"/>
                <a:ea typeface="+mj-ea"/>
                <a:cs typeface="+mj-cs"/>
              </a:rPr>
              <a:t> DOB is mandatory.</a:t>
            </a:r>
          </a:p>
          <a:p>
            <a:pPr marL="0" marR="0" lvl="0" indent="0" algn="l" defTabSz="923544"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181818"/>
                </a:solidFill>
                <a:effectLst/>
                <a:uLnTx/>
                <a:uFillTx/>
                <a:latin typeface="Ericsson Hilda"/>
                <a:ea typeface="+mj-ea"/>
                <a:cs typeface="+mj-cs"/>
              </a:rPr>
              <a:t>      Please validate and fill when needed</a:t>
            </a:r>
          </a:p>
        </p:txBody>
      </p:sp>
      <p:pic>
        <p:nvPicPr>
          <p:cNvPr id="7" name="Content Placeholder 6">
            <a:extLst>
              <a:ext uri="{FF2B5EF4-FFF2-40B4-BE49-F238E27FC236}">
                <a16:creationId xmlns:a16="http://schemas.microsoft.com/office/drawing/2014/main" id="{3BE55A9B-9B8A-8374-CF15-85893C1DEF8C}"/>
              </a:ext>
            </a:extLst>
          </p:cNvPr>
          <p:cNvPicPr>
            <a:picLocks noGrp="1" noChangeAspect="1"/>
          </p:cNvPicPr>
          <p:nvPr>
            <p:ph sz="half" idx="1"/>
          </p:nvPr>
        </p:nvPicPr>
        <p:blipFill>
          <a:blip r:embed="rId2"/>
          <a:stretch>
            <a:fillRect/>
          </a:stretch>
        </p:blipFill>
        <p:spPr>
          <a:xfrm>
            <a:off x="479425" y="2312787"/>
            <a:ext cx="5472113" cy="3456389"/>
          </a:xfrm>
          <a:prstGeom prst="rect">
            <a:avLst/>
          </a:prstGeom>
        </p:spPr>
      </p:pic>
    </p:spTree>
    <p:extLst>
      <p:ext uri="{BB962C8B-B14F-4D97-AF65-F5344CB8AC3E}">
        <p14:creationId xmlns:p14="http://schemas.microsoft.com/office/powerpoint/2010/main" val="3871770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BADE9B7-88CF-EDEA-10FB-362DEAF16388}"/>
              </a:ext>
            </a:extLst>
          </p:cNvPr>
          <p:cNvSpPr>
            <a:spLocks noGrp="1"/>
          </p:cNvSpPr>
          <p:nvPr>
            <p:ph sz="quarter" idx="3"/>
          </p:nvPr>
        </p:nvSpPr>
        <p:spPr/>
        <p:txBody>
          <a:bodyPr/>
          <a:lstStyle/>
          <a:p>
            <a:pPr marL="0" marR="0" lvl="0" indent="0" defTabSz="813816"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81818"/>
                </a:solidFill>
                <a:effectLst/>
                <a:uLnTx/>
                <a:uFillTx/>
                <a:ea typeface="+mn-ea"/>
                <a:cs typeface="+mn-cs"/>
              </a:rPr>
              <a:t>National ID information:</a:t>
            </a:r>
            <a:endParaRPr lang="en-US" sz="1600" kern="1200" spc="0" dirty="0">
              <a:solidFill>
                <a:srgbClr val="181818"/>
              </a:solidFill>
            </a:endParaRPr>
          </a:p>
          <a:p>
            <a:pPr defTabSz="813816" fontAlgn="auto">
              <a:spcBef>
                <a:spcPts val="0"/>
              </a:spcBef>
              <a:spcAft>
                <a:spcPts val="0"/>
              </a:spcAft>
              <a:defRPr/>
            </a:pPr>
            <a:r>
              <a:rPr kumimoji="0" lang="en-US" sz="1600" b="0" i="0" u="none" strike="noStrike" kern="1200" cap="none" spc="0" normalizeH="0" baseline="0" noProof="0" dirty="0">
                <a:ln>
                  <a:noFill/>
                </a:ln>
                <a:solidFill>
                  <a:srgbClr val="181818"/>
                </a:solidFill>
                <a:effectLst/>
                <a:uLnTx/>
                <a:uFillTx/>
                <a:ea typeface="+mn-ea"/>
                <a:cs typeface="+mn-cs"/>
              </a:rPr>
              <a:t>To enter your national ID, click on the Add Button. </a:t>
            </a:r>
          </a:p>
          <a:p>
            <a:pPr defTabSz="813816" fontAlgn="auto">
              <a:spcBef>
                <a:spcPts val="0"/>
              </a:spcBef>
              <a:spcAft>
                <a:spcPts val="0"/>
              </a:spcAft>
              <a:defRPr/>
            </a:pPr>
            <a:r>
              <a:rPr kumimoji="0" lang="en-US" sz="1600" b="0" i="0" u="none" strike="noStrike" kern="1200" cap="none" spc="0" normalizeH="0" baseline="0" noProof="0" dirty="0">
                <a:ln>
                  <a:noFill/>
                </a:ln>
                <a:solidFill>
                  <a:srgbClr val="181818"/>
                </a:solidFill>
                <a:effectLst/>
                <a:uLnTx/>
                <a:uFillTx/>
                <a:ea typeface="+mn-ea"/>
                <a:cs typeface="+mn-cs"/>
              </a:rPr>
              <a:t>Click add button multiple times to fill out your Aadhar and Pan number information. This is Mandatory requirement and should be completed.</a:t>
            </a:r>
          </a:p>
          <a:p>
            <a:pPr defTabSz="813816" fontAlgn="auto">
              <a:spcBef>
                <a:spcPts val="0"/>
              </a:spcBef>
              <a:spcAft>
                <a:spcPts val="0"/>
              </a:spcAft>
              <a:defRPr/>
            </a:pPr>
            <a:r>
              <a:rPr kumimoji="0" lang="en-US" sz="1600" b="1" i="0" u="none" strike="noStrike" kern="1200" cap="none" spc="0" normalizeH="0" baseline="0" noProof="0" dirty="0">
                <a:ln>
                  <a:noFill/>
                </a:ln>
                <a:solidFill>
                  <a:srgbClr val="181818"/>
                </a:solidFill>
                <a:effectLst/>
                <a:uLnTx/>
                <a:uFillTx/>
                <a:ea typeface="+mn-ea"/>
                <a:cs typeface="+mn-cs"/>
              </a:rPr>
              <a:t> Click Continue to proceed to the next step. </a:t>
            </a:r>
          </a:p>
          <a:p>
            <a:pPr marL="0" marR="0" lvl="0" indent="0" defTabSz="813816"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181818"/>
              </a:solidFill>
              <a:effectLst/>
              <a:uLnTx/>
              <a:uFillTx/>
              <a:ea typeface="+mn-ea"/>
              <a:cs typeface="+mn-cs"/>
            </a:endParaRPr>
          </a:p>
          <a:p>
            <a:pPr marL="0" marR="0" lvl="0" indent="0" defTabSz="813816"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181818"/>
                </a:solidFill>
                <a:effectLst/>
                <a:uLnTx/>
                <a:uFillTx/>
                <a:ea typeface="+mn-ea"/>
                <a:cs typeface="+mn-cs"/>
              </a:rPr>
              <a:t>Personal Details</a:t>
            </a:r>
          </a:p>
          <a:p>
            <a:pPr marL="0" marR="0" lvl="0" indent="0" defTabSz="813816"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181818"/>
                </a:solidFill>
                <a:effectLst/>
                <a:uLnTx/>
                <a:uFillTx/>
                <a:ea typeface="+mn-ea"/>
                <a:cs typeface="+mn-cs"/>
              </a:rPr>
              <a:t>Validate and update when needed</a:t>
            </a:r>
          </a:p>
          <a:p>
            <a:pPr marL="0" marR="0" lvl="0" indent="0" defTabSz="813816" eaLnBrk="1" fontAlgn="auto" latinLnBrk="0" hangingPunct="1">
              <a:lnSpc>
                <a:spcPct val="100000"/>
              </a:lnSpc>
              <a:spcBef>
                <a:spcPts val="0"/>
              </a:spcBef>
              <a:spcAft>
                <a:spcPts val="600"/>
              </a:spcAft>
              <a:buClrTx/>
              <a:buSzTx/>
              <a:buFontTx/>
              <a:buNone/>
              <a:tabLst/>
              <a:defRPr/>
            </a:pPr>
            <a:endParaRPr kumimoji="0" lang="en-US" sz="1600" b="0" i="0" u="none" strike="noStrike" kern="1200" cap="none" spc="0" normalizeH="0" baseline="0" noProof="0" dirty="0">
              <a:ln>
                <a:noFill/>
              </a:ln>
              <a:solidFill>
                <a:srgbClr val="181818"/>
              </a:solidFill>
              <a:effectLst/>
              <a:uLnTx/>
              <a:uFillTx/>
              <a:ea typeface="+mn-ea"/>
              <a:cs typeface="+mn-cs"/>
            </a:endParaRPr>
          </a:p>
          <a:p>
            <a:pPr marL="0" marR="0" lvl="0" indent="0" defTabSz="813816" eaLnBrk="1" fontAlgn="auto" latinLnBrk="0" hangingPunct="1">
              <a:lnSpc>
                <a:spcPct val="100000"/>
              </a:lnSpc>
              <a:spcBef>
                <a:spcPts val="0"/>
              </a:spcBef>
              <a:spcAft>
                <a:spcPts val="600"/>
              </a:spcAft>
              <a:buClrTx/>
              <a:buSzTx/>
              <a:buFontTx/>
              <a:buNone/>
              <a:tabLst/>
              <a:defRPr/>
            </a:pPr>
            <a:r>
              <a:rPr kumimoji="0" lang="en-US" sz="1600" b="1" i="0" u="sng" strike="noStrike" kern="1200" cap="none" spc="0" normalizeH="0" baseline="0" noProof="0" dirty="0">
                <a:ln>
                  <a:noFill/>
                </a:ln>
                <a:solidFill>
                  <a:srgbClr val="181818"/>
                </a:solidFill>
                <a:effectLst/>
                <a:uLnTx/>
                <a:uFillTx/>
                <a:ea typeface="+mn-ea"/>
                <a:cs typeface="+mn-cs"/>
              </a:rPr>
              <a:t>Definitions</a:t>
            </a:r>
          </a:p>
          <a:p>
            <a:pPr marL="152591" marR="0" lvl="0" indent="-152591" defTabSz="813816"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181818"/>
                </a:solidFill>
                <a:effectLst/>
                <a:uLnTx/>
                <a:uFillTx/>
                <a:ea typeface="+mn-ea"/>
                <a:cs typeface="+mn-cs"/>
              </a:rPr>
              <a:t>Known As</a:t>
            </a:r>
            <a:r>
              <a:rPr kumimoji="0" lang="en-US" sz="1600" b="0" i="0" u="none" strike="noStrike" kern="1200" cap="none" spc="0" normalizeH="0" baseline="0" noProof="0" dirty="0">
                <a:ln>
                  <a:noFill/>
                </a:ln>
                <a:solidFill>
                  <a:srgbClr val="181818"/>
                </a:solidFill>
                <a:effectLst/>
                <a:uLnTx/>
                <a:uFillTx/>
                <a:ea typeface="+mn-ea"/>
                <a:cs typeface="+mn-cs"/>
              </a:rPr>
              <a:t>: Preferred Name; Enter only if you want a different name than your legal first name to be used internally in Ericsson (Outlook, Teams, business email etc.) </a:t>
            </a:r>
          </a:p>
          <a:p>
            <a:pPr marL="152591" marR="0" lvl="0" indent="-152591" defTabSz="813816"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181818"/>
                </a:solidFill>
                <a:effectLst/>
                <a:uLnTx/>
                <a:uFillTx/>
                <a:ea typeface="+mn-ea"/>
                <a:cs typeface="+mn-cs"/>
              </a:rPr>
              <a:t>Citizenship: </a:t>
            </a:r>
            <a:r>
              <a:rPr kumimoji="0" lang="en-US" sz="1600" b="0" i="0" u="none" strike="noStrike" kern="1200" cap="none" spc="0" normalizeH="0" baseline="0" noProof="0" dirty="0">
                <a:ln>
                  <a:noFill/>
                </a:ln>
                <a:solidFill>
                  <a:srgbClr val="181818"/>
                </a:solidFill>
                <a:effectLst/>
                <a:uLnTx/>
                <a:uFillTx/>
                <a:ea typeface="+mn-ea"/>
                <a:cs typeface="+mn-cs"/>
              </a:rPr>
              <a:t>Citizenship of Country is mandatory</a:t>
            </a:r>
            <a:endParaRPr kumimoji="0" lang="en-US" sz="1600" b="0" i="0" u="none" strike="noStrike" kern="0" cap="none" spc="0" normalizeH="0" baseline="0" noProof="0" dirty="0">
              <a:ln>
                <a:noFill/>
              </a:ln>
              <a:solidFill>
                <a:sysClr val="windowText" lastClr="000000"/>
              </a:solidFill>
              <a:effectLst/>
              <a:uLnTx/>
              <a:uFillTx/>
            </a:endParaRPr>
          </a:p>
          <a:p>
            <a:pPr marL="0" marR="0" lvl="0" indent="0" defTabSz="813816"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a:ln>
                <a:noFill/>
              </a:ln>
              <a:solidFill>
                <a:sysClr val="windowText" lastClr="000000"/>
              </a:solidFill>
              <a:effectLst/>
              <a:uLnTx/>
              <a:uFillTx/>
            </a:endParaRPr>
          </a:p>
          <a:p>
            <a:pPr marL="0" indent="0">
              <a:buNone/>
            </a:pPr>
            <a:endParaRPr lang="en-US" sz="1600" dirty="0"/>
          </a:p>
        </p:txBody>
      </p:sp>
      <p:pic>
        <p:nvPicPr>
          <p:cNvPr id="7" name="Graphic 6" descr="Right pointing backhand index outline">
            <a:extLst>
              <a:ext uri="{FF2B5EF4-FFF2-40B4-BE49-F238E27FC236}">
                <a16:creationId xmlns:a16="http://schemas.microsoft.com/office/drawing/2014/main" id="{AD9BB70D-D95C-0885-ACAE-0C8E70F8D62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954576">
            <a:off x="1226615" y="5038778"/>
            <a:ext cx="321745" cy="321745"/>
          </a:xfrm>
          <a:prstGeom prst="rect">
            <a:avLst/>
          </a:prstGeom>
        </p:spPr>
      </p:pic>
      <p:pic>
        <p:nvPicPr>
          <p:cNvPr id="2" name="Picture 1">
            <a:extLst>
              <a:ext uri="{FF2B5EF4-FFF2-40B4-BE49-F238E27FC236}">
                <a16:creationId xmlns:a16="http://schemas.microsoft.com/office/drawing/2014/main" id="{D74BE986-39BD-EBDB-B7E5-6885ED7C6663}"/>
              </a:ext>
            </a:extLst>
          </p:cNvPr>
          <p:cNvPicPr>
            <a:picLocks noChangeAspect="1"/>
          </p:cNvPicPr>
          <p:nvPr/>
        </p:nvPicPr>
        <p:blipFill>
          <a:blip r:embed="rId4"/>
          <a:stretch>
            <a:fillRect/>
          </a:stretch>
        </p:blipFill>
        <p:spPr>
          <a:xfrm>
            <a:off x="479425" y="3970157"/>
            <a:ext cx="5749994" cy="2085248"/>
          </a:xfrm>
          <a:prstGeom prst="rect">
            <a:avLst/>
          </a:prstGeom>
        </p:spPr>
      </p:pic>
      <p:sp>
        <p:nvSpPr>
          <p:cNvPr id="4" name="Title 3">
            <a:extLst>
              <a:ext uri="{FF2B5EF4-FFF2-40B4-BE49-F238E27FC236}">
                <a16:creationId xmlns:a16="http://schemas.microsoft.com/office/drawing/2014/main" id="{FD792BDC-3B50-BA64-04EB-AEF23C0C3085}"/>
              </a:ext>
            </a:extLst>
          </p:cNvPr>
          <p:cNvSpPr>
            <a:spLocks noGrp="1"/>
          </p:cNvSpPr>
          <p:nvPr>
            <p:ph type="title"/>
          </p:nvPr>
        </p:nvSpPr>
        <p:spPr/>
        <p:txBody>
          <a:bodyPr/>
          <a:lstStyle/>
          <a:p>
            <a:r>
              <a:rPr lang="en-US" dirty="0"/>
              <a:t>Personal Data Collection</a:t>
            </a:r>
          </a:p>
        </p:txBody>
      </p:sp>
      <p:pic>
        <p:nvPicPr>
          <p:cNvPr id="10" name="Content Placeholder 9">
            <a:extLst>
              <a:ext uri="{FF2B5EF4-FFF2-40B4-BE49-F238E27FC236}">
                <a16:creationId xmlns:a16="http://schemas.microsoft.com/office/drawing/2014/main" id="{5AFCB770-3035-F5E1-FBB5-16DBA157CFDF}"/>
              </a:ext>
            </a:extLst>
          </p:cNvPr>
          <p:cNvPicPr>
            <a:picLocks noGrp="1" noChangeAspect="1"/>
          </p:cNvPicPr>
          <p:nvPr>
            <p:ph sz="half" idx="1"/>
          </p:nvPr>
        </p:nvPicPr>
        <p:blipFill>
          <a:blip r:embed="rId5"/>
          <a:stretch>
            <a:fillRect/>
          </a:stretch>
        </p:blipFill>
        <p:spPr>
          <a:xfrm>
            <a:off x="479425" y="1856115"/>
            <a:ext cx="5472113" cy="945104"/>
          </a:xfrm>
          <a:prstGeom prst="rect">
            <a:avLst/>
          </a:prstGeom>
        </p:spPr>
      </p:pic>
    </p:spTree>
    <p:extLst>
      <p:ext uri="{BB962C8B-B14F-4D97-AF65-F5344CB8AC3E}">
        <p14:creationId xmlns:p14="http://schemas.microsoft.com/office/powerpoint/2010/main" val="979669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4494895-2D24-0940-04B8-66A702368108}"/>
              </a:ext>
            </a:extLst>
          </p:cNvPr>
          <p:cNvSpPr>
            <a:spLocks noGrp="1"/>
          </p:cNvSpPr>
          <p:nvPr>
            <p:ph sz="quarter" idx="3"/>
          </p:nvPr>
        </p:nvSpPr>
        <p:spPr>
          <a:xfrm>
            <a:off x="6240463" y="1844674"/>
            <a:ext cx="5472112" cy="3397177"/>
          </a:xfrm>
        </p:spPr>
        <p:txBody>
          <a:bodyPr/>
          <a:lstStyle/>
          <a:p>
            <a:pPr marL="0" marR="0" lvl="0" indent="0" defTabSz="77724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181818"/>
                </a:solidFill>
                <a:effectLst/>
                <a:uLnTx/>
                <a:uFillTx/>
                <a:ea typeface="+mn-ea"/>
                <a:cs typeface="+mn-cs"/>
              </a:rPr>
              <a:t>Email &amp; Phone Information</a:t>
            </a:r>
          </a:p>
          <a:p>
            <a:pPr marL="0" marR="0" lvl="0" indent="0" defTabSz="77724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181818"/>
                </a:solidFill>
                <a:effectLst/>
                <a:uLnTx/>
                <a:uFillTx/>
                <a:ea typeface="+mn-ea"/>
                <a:cs typeface="+mn-cs"/>
              </a:rPr>
              <a:t>Please Validate and update private email and private mobile number.</a:t>
            </a:r>
          </a:p>
          <a:p>
            <a:pPr marL="0" marR="0" lvl="0" indent="0" defTabSz="777240" eaLnBrk="1" fontAlgn="auto" latinLnBrk="0" hangingPunct="1">
              <a:lnSpc>
                <a:spcPct val="100000"/>
              </a:lnSpc>
              <a:spcBef>
                <a:spcPts val="0"/>
              </a:spcBef>
              <a:spcAft>
                <a:spcPts val="600"/>
              </a:spcAft>
              <a:buClrTx/>
              <a:buSzTx/>
              <a:buFontTx/>
              <a:buNone/>
              <a:tabLst/>
              <a:defRPr/>
            </a:pPr>
            <a:endParaRPr lang="en-US" sz="1600" kern="1200" spc="0" dirty="0">
              <a:solidFill>
                <a:srgbClr val="181818"/>
              </a:solidFill>
            </a:endParaRPr>
          </a:p>
          <a:p>
            <a:pPr marL="0" marR="0" lvl="0" indent="0" defTabSz="77724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181818"/>
                </a:solidFill>
                <a:effectLst/>
                <a:uLnTx/>
                <a:uFillTx/>
                <a:ea typeface="+mn-ea"/>
                <a:cs typeface="+mn-cs"/>
              </a:rPr>
              <a:t>Living Address</a:t>
            </a:r>
          </a:p>
          <a:p>
            <a:pPr marL="0" marR="0" lvl="0" indent="0" defTabSz="77724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181818"/>
                </a:solidFill>
                <a:effectLst/>
                <a:uLnTx/>
                <a:uFillTx/>
                <a:ea typeface="+mn-ea"/>
                <a:cs typeface="+mn-cs"/>
              </a:rPr>
              <a:t>Please validate and update the complete living address along with PIN Code.</a:t>
            </a:r>
            <a:endParaRPr kumimoji="0" lang="en-US" sz="1600" b="0" i="0" u="none" strike="noStrike" kern="0" cap="none" spc="0" normalizeH="0" baseline="0" noProof="0" dirty="0">
              <a:ln>
                <a:noFill/>
              </a:ln>
              <a:solidFill>
                <a:sysClr val="windowText" lastClr="000000"/>
              </a:solidFill>
              <a:effectLst/>
              <a:uLnTx/>
              <a:uFillTx/>
            </a:endParaRPr>
          </a:p>
          <a:p>
            <a:endParaRPr lang="en-US" sz="1600" dirty="0"/>
          </a:p>
        </p:txBody>
      </p:sp>
      <p:sp>
        <p:nvSpPr>
          <p:cNvPr id="3" name="Title 2">
            <a:extLst>
              <a:ext uri="{FF2B5EF4-FFF2-40B4-BE49-F238E27FC236}">
                <a16:creationId xmlns:a16="http://schemas.microsoft.com/office/drawing/2014/main" id="{B0DF28E1-D724-7EBE-5F4D-B69F466C3155}"/>
              </a:ext>
            </a:extLst>
          </p:cNvPr>
          <p:cNvSpPr>
            <a:spLocks noGrp="1"/>
          </p:cNvSpPr>
          <p:nvPr>
            <p:ph type="title"/>
          </p:nvPr>
        </p:nvSpPr>
        <p:spPr/>
        <p:txBody>
          <a:bodyPr/>
          <a:lstStyle/>
          <a:p>
            <a:pPr marL="0" marR="0" lvl="0" indent="0" fontAlgn="base">
              <a:lnSpc>
                <a:spcPct val="90000"/>
              </a:lnSpc>
              <a:spcBef>
                <a:spcPct val="0"/>
              </a:spcBef>
              <a:spcAft>
                <a:spcPts val="600"/>
              </a:spcAft>
              <a:tabLst/>
              <a:defRPr/>
            </a:pPr>
            <a:r>
              <a:rPr lang="en-US" kern="1200" dirty="0">
                <a:solidFill>
                  <a:schemeClr val="tx1"/>
                </a:solidFill>
                <a:latin typeface="+mj-lt"/>
                <a:ea typeface="+mj-ea"/>
                <a:cs typeface="+mj-cs"/>
              </a:rPr>
              <a:t>Personal Data Collection</a:t>
            </a:r>
          </a:p>
        </p:txBody>
      </p:sp>
      <p:pic>
        <p:nvPicPr>
          <p:cNvPr id="11" name="Picture 10">
            <a:extLst>
              <a:ext uri="{FF2B5EF4-FFF2-40B4-BE49-F238E27FC236}">
                <a16:creationId xmlns:a16="http://schemas.microsoft.com/office/drawing/2014/main" id="{4FCBA303-BBB1-69E7-4D98-845E3F6A8EFE}"/>
              </a:ext>
            </a:extLst>
          </p:cNvPr>
          <p:cNvPicPr>
            <a:picLocks noChangeAspect="1"/>
          </p:cNvPicPr>
          <p:nvPr/>
        </p:nvPicPr>
        <p:blipFill>
          <a:blip r:embed="rId2"/>
          <a:stretch>
            <a:fillRect/>
          </a:stretch>
        </p:blipFill>
        <p:spPr>
          <a:xfrm>
            <a:off x="479425" y="3543262"/>
            <a:ext cx="4762426" cy="2038831"/>
          </a:xfrm>
          <a:prstGeom prst="rect">
            <a:avLst/>
          </a:prstGeom>
        </p:spPr>
      </p:pic>
      <p:pic>
        <p:nvPicPr>
          <p:cNvPr id="12" name="Content Placeholder 11">
            <a:extLst>
              <a:ext uri="{FF2B5EF4-FFF2-40B4-BE49-F238E27FC236}">
                <a16:creationId xmlns:a16="http://schemas.microsoft.com/office/drawing/2014/main" id="{99FEBEEE-B2CD-9CA8-D0DF-5BB89657B9B8}"/>
              </a:ext>
            </a:extLst>
          </p:cNvPr>
          <p:cNvPicPr>
            <a:picLocks noGrp="1" noChangeAspect="1"/>
          </p:cNvPicPr>
          <p:nvPr>
            <p:ph sz="half" idx="1"/>
          </p:nvPr>
        </p:nvPicPr>
        <p:blipFill>
          <a:blip r:embed="rId3"/>
          <a:stretch>
            <a:fillRect/>
          </a:stretch>
        </p:blipFill>
        <p:spPr>
          <a:xfrm>
            <a:off x="479425" y="1844674"/>
            <a:ext cx="5472113" cy="1402423"/>
          </a:xfrm>
          <a:prstGeom prst="rect">
            <a:avLst/>
          </a:prstGeom>
        </p:spPr>
      </p:pic>
    </p:spTree>
    <p:extLst>
      <p:ext uri="{BB962C8B-B14F-4D97-AF65-F5344CB8AC3E}">
        <p14:creationId xmlns:p14="http://schemas.microsoft.com/office/powerpoint/2010/main" val="1440429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A52CCF-CAB5-DDC4-1DB3-64D89A2750A6}"/>
              </a:ext>
            </a:extLst>
          </p:cNvPr>
          <p:cNvSpPr>
            <a:spLocks noGrp="1"/>
          </p:cNvSpPr>
          <p:nvPr>
            <p:ph type="title"/>
          </p:nvPr>
        </p:nvSpPr>
        <p:spPr/>
        <p:txBody>
          <a:bodyPr/>
          <a:lstStyle/>
          <a:p>
            <a:r>
              <a:rPr lang="en-US" sz="4000" kern="1200" dirty="0">
                <a:solidFill>
                  <a:schemeClr val="tx1"/>
                </a:solidFill>
                <a:latin typeface="+mj-lt"/>
                <a:ea typeface="+mj-ea"/>
                <a:cs typeface="+mj-cs"/>
              </a:rPr>
              <a:t>Personal Data Collection</a:t>
            </a:r>
            <a:endParaRPr lang="en-US" dirty="0"/>
          </a:p>
        </p:txBody>
      </p:sp>
      <p:sp>
        <p:nvSpPr>
          <p:cNvPr id="6" name="Content Placeholder 5">
            <a:extLst>
              <a:ext uri="{FF2B5EF4-FFF2-40B4-BE49-F238E27FC236}">
                <a16:creationId xmlns:a16="http://schemas.microsoft.com/office/drawing/2014/main" id="{A0EF8DBF-9AB0-8791-31C2-F94E51122FFC}"/>
              </a:ext>
            </a:extLst>
          </p:cNvPr>
          <p:cNvSpPr>
            <a:spLocks noGrp="1"/>
          </p:cNvSpPr>
          <p:nvPr>
            <p:ph sz="quarter" idx="3"/>
          </p:nvPr>
        </p:nvSpPr>
        <p:spPr>
          <a:xfrm>
            <a:off x="8832851" y="1844675"/>
            <a:ext cx="2879724" cy="2163800"/>
          </a:xfrm>
        </p:spPr>
        <p:txBody>
          <a:bodyPr/>
          <a:lstStyle/>
          <a:p>
            <a:pPr>
              <a:lnSpc>
                <a:spcPct val="90000"/>
              </a:lnSpc>
              <a:spcAft>
                <a:spcPts val="600"/>
              </a:spcAft>
            </a:pPr>
            <a:r>
              <a:rPr lang="en-US" sz="1600" dirty="0">
                <a:latin typeface="+mn-lt"/>
              </a:rPr>
              <a:t>Please click on </a:t>
            </a:r>
            <a:r>
              <a:rPr lang="en-US" sz="1600" b="1" dirty="0">
                <a:latin typeface="+mn-lt"/>
              </a:rPr>
              <a:t>Add Home Address </a:t>
            </a:r>
            <a:r>
              <a:rPr lang="en-US" sz="1600" dirty="0">
                <a:latin typeface="+mn-lt"/>
              </a:rPr>
              <a:t>and update your Original address along with Pin Code </a:t>
            </a:r>
            <a:endParaRPr lang="en-US" sz="1600" dirty="0">
              <a:effectLst/>
              <a:latin typeface="+mn-lt"/>
            </a:endParaRPr>
          </a:p>
          <a:p>
            <a:pPr>
              <a:lnSpc>
                <a:spcPct val="90000"/>
              </a:lnSpc>
              <a:spcAft>
                <a:spcPts val="600"/>
              </a:spcAft>
            </a:pPr>
            <a:r>
              <a:rPr lang="en-US" sz="1600" dirty="0">
                <a:effectLst/>
                <a:latin typeface="+mn-lt"/>
              </a:rPr>
              <a:t>Provide your Emergency Contact and click Continue </a:t>
            </a:r>
            <a:endParaRPr lang="en-US" sz="1600" dirty="0">
              <a:latin typeface="+mn-lt"/>
            </a:endParaRPr>
          </a:p>
          <a:p>
            <a:pPr marL="0" indent="0">
              <a:buNone/>
            </a:pPr>
            <a:endParaRPr lang="en-US" sz="1600" dirty="0"/>
          </a:p>
        </p:txBody>
      </p:sp>
      <p:pic>
        <p:nvPicPr>
          <p:cNvPr id="7" name="Content Placeholder 6">
            <a:extLst>
              <a:ext uri="{FF2B5EF4-FFF2-40B4-BE49-F238E27FC236}">
                <a16:creationId xmlns:a16="http://schemas.microsoft.com/office/drawing/2014/main" id="{18F19745-D08F-8896-7BE0-A7F002AC64F7}"/>
              </a:ext>
            </a:extLst>
          </p:cNvPr>
          <p:cNvPicPr>
            <a:picLocks noGrp="1" noChangeAspect="1"/>
          </p:cNvPicPr>
          <p:nvPr>
            <p:ph sz="half" idx="1"/>
          </p:nvPr>
        </p:nvPicPr>
        <p:blipFill rotWithShape="1">
          <a:blip r:embed="rId2"/>
          <a:srcRect t="1676" b="27545"/>
          <a:stretch/>
        </p:blipFill>
        <p:spPr>
          <a:xfrm>
            <a:off x="479425" y="2333002"/>
            <a:ext cx="8334270" cy="2542733"/>
          </a:xfrm>
          <a:prstGeom prst="rect">
            <a:avLst/>
          </a:prstGeom>
        </p:spPr>
      </p:pic>
    </p:spTree>
    <p:extLst>
      <p:ext uri="{BB962C8B-B14F-4D97-AF65-F5344CB8AC3E}">
        <p14:creationId xmlns:p14="http://schemas.microsoft.com/office/powerpoint/2010/main" val="585742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27A81A-973D-5AA5-EDCC-387013EC60FA}"/>
              </a:ext>
            </a:extLst>
          </p:cNvPr>
          <p:cNvSpPr>
            <a:spLocks noGrp="1"/>
          </p:cNvSpPr>
          <p:nvPr>
            <p:ph type="title"/>
          </p:nvPr>
        </p:nvSpPr>
        <p:spPr/>
        <p:txBody>
          <a:bodyPr/>
          <a:lstStyle/>
          <a:p>
            <a:r>
              <a:rPr lang="en-US" sz="4000" kern="1200" dirty="0"/>
              <a:t>Personal Data Collection</a:t>
            </a:r>
            <a:br>
              <a:rPr lang="en-US" sz="4000" kern="1200" dirty="0"/>
            </a:br>
            <a:endParaRPr lang="en-US" dirty="0"/>
          </a:p>
        </p:txBody>
      </p:sp>
      <p:sp>
        <p:nvSpPr>
          <p:cNvPr id="6" name="Content Placeholder 5">
            <a:extLst>
              <a:ext uri="{FF2B5EF4-FFF2-40B4-BE49-F238E27FC236}">
                <a16:creationId xmlns:a16="http://schemas.microsoft.com/office/drawing/2014/main" id="{AB885414-A80F-3328-E13A-8E3E850C2BC1}"/>
              </a:ext>
            </a:extLst>
          </p:cNvPr>
          <p:cNvSpPr>
            <a:spLocks noGrp="1"/>
          </p:cNvSpPr>
          <p:nvPr>
            <p:ph sz="quarter" idx="3"/>
          </p:nvPr>
        </p:nvSpPr>
        <p:spPr>
          <a:xfrm>
            <a:off x="6240463" y="1844674"/>
            <a:ext cx="5472112" cy="1908619"/>
          </a:xfrm>
        </p:spPr>
        <p:txBody>
          <a:bodyPr/>
          <a:lstStyle/>
          <a:p>
            <a:pPr marL="309563" lvl="1" indent="0">
              <a:lnSpc>
                <a:spcPct val="90000"/>
              </a:lnSpc>
              <a:spcAft>
                <a:spcPts val="600"/>
              </a:spcAft>
              <a:buNone/>
            </a:pPr>
            <a:r>
              <a:rPr lang="en-US" sz="1600" b="1" dirty="0">
                <a:latin typeface="+mn-lt"/>
              </a:rPr>
              <a:t>Submit or Save your details</a:t>
            </a:r>
          </a:p>
          <a:p>
            <a:pPr indent="-228600">
              <a:lnSpc>
                <a:spcPct val="90000"/>
              </a:lnSpc>
              <a:spcAft>
                <a:spcPts val="600"/>
              </a:spcAft>
              <a:buFont typeface="Arial" panose="020B0604020202020204" pitchFamily="34" charset="0"/>
              <a:buChar char="•"/>
            </a:pPr>
            <a:r>
              <a:rPr lang="en-US" sz="1600" dirty="0">
                <a:latin typeface="+mn-lt"/>
              </a:rPr>
              <a:t>Click on Submit and Confirm once you have provided your information </a:t>
            </a:r>
          </a:p>
          <a:p>
            <a:pPr indent="-228600">
              <a:lnSpc>
                <a:spcPct val="90000"/>
              </a:lnSpc>
              <a:spcAft>
                <a:spcPts val="600"/>
              </a:spcAft>
              <a:buFont typeface="Arial" panose="020B0604020202020204" pitchFamily="34" charset="0"/>
              <a:buChar char="•"/>
            </a:pPr>
            <a:r>
              <a:rPr lang="en-US" sz="1600" dirty="0">
                <a:latin typeface="+mn-lt"/>
              </a:rPr>
              <a:t>or Save Draft if you want to continue later.</a:t>
            </a:r>
          </a:p>
          <a:p>
            <a:endParaRPr lang="en-US" sz="1600" dirty="0"/>
          </a:p>
        </p:txBody>
      </p:sp>
      <p:pic>
        <p:nvPicPr>
          <p:cNvPr id="11" name="Picture 10">
            <a:extLst>
              <a:ext uri="{FF2B5EF4-FFF2-40B4-BE49-F238E27FC236}">
                <a16:creationId xmlns:a16="http://schemas.microsoft.com/office/drawing/2014/main" id="{A97B147E-718F-36B1-1B01-3DA915548AC0}"/>
              </a:ext>
            </a:extLst>
          </p:cNvPr>
          <p:cNvPicPr>
            <a:picLocks noChangeAspect="1"/>
          </p:cNvPicPr>
          <p:nvPr/>
        </p:nvPicPr>
        <p:blipFill>
          <a:blip r:embed="rId2"/>
          <a:stretch>
            <a:fillRect/>
          </a:stretch>
        </p:blipFill>
        <p:spPr>
          <a:xfrm>
            <a:off x="479425" y="1844674"/>
            <a:ext cx="3584448" cy="2930286"/>
          </a:xfrm>
          <a:prstGeom prst="rect">
            <a:avLst/>
          </a:prstGeom>
        </p:spPr>
      </p:pic>
      <p:pic>
        <p:nvPicPr>
          <p:cNvPr id="12" name="Picture 11">
            <a:extLst>
              <a:ext uri="{FF2B5EF4-FFF2-40B4-BE49-F238E27FC236}">
                <a16:creationId xmlns:a16="http://schemas.microsoft.com/office/drawing/2014/main" id="{B7D9BA0E-5AF1-817F-209A-458DCB7A7569}"/>
              </a:ext>
            </a:extLst>
          </p:cNvPr>
          <p:cNvPicPr>
            <a:picLocks noChangeAspect="1"/>
          </p:cNvPicPr>
          <p:nvPr/>
        </p:nvPicPr>
        <p:blipFill>
          <a:blip r:embed="rId3"/>
          <a:stretch>
            <a:fillRect/>
          </a:stretch>
        </p:blipFill>
        <p:spPr>
          <a:xfrm>
            <a:off x="479425" y="4774960"/>
            <a:ext cx="3584448" cy="1265099"/>
          </a:xfrm>
          <a:prstGeom prst="rect">
            <a:avLst/>
          </a:prstGeom>
        </p:spPr>
      </p:pic>
    </p:spTree>
    <p:extLst>
      <p:ext uri="{BB962C8B-B14F-4D97-AF65-F5344CB8AC3E}">
        <p14:creationId xmlns:p14="http://schemas.microsoft.com/office/powerpoint/2010/main" val="1058615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6D5BB-756C-4538-3D4E-F524359381C5}"/>
              </a:ext>
            </a:extLst>
          </p:cNvPr>
          <p:cNvSpPr>
            <a:spLocks noGrp="1"/>
          </p:cNvSpPr>
          <p:nvPr>
            <p:ph type="title"/>
          </p:nvPr>
        </p:nvSpPr>
        <p:spPr/>
        <p:txBody>
          <a:bodyPr/>
          <a:lstStyle/>
          <a:p>
            <a:r>
              <a:rPr lang="en-US" sz="4000" kern="1200" dirty="0"/>
              <a:t>Additional Data Collection</a:t>
            </a:r>
            <a:br>
              <a:rPr lang="en-US" sz="4000" kern="1200" dirty="0"/>
            </a:br>
            <a:endParaRPr lang="en-US" dirty="0"/>
          </a:p>
        </p:txBody>
      </p:sp>
      <p:sp>
        <p:nvSpPr>
          <p:cNvPr id="4" name="Content Placeholder 3">
            <a:extLst>
              <a:ext uri="{FF2B5EF4-FFF2-40B4-BE49-F238E27FC236}">
                <a16:creationId xmlns:a16="http://schemas.microsoft.com/office/drawing/2014/main" id="{F8CFB541-209D-3F2E-702B-A847A23C7F49}"/>
              </a:ext>
            </a:extLst>
          </p:cNvPr>
          <p:cNvSpPr>
            <a:spLocks noGrp="1"/>
          </p:cNvSpPr>
          <p:nvPr>
            <p:ph sz="quarter" idx="3"/>
          </p:nvPr>
        </p:nvSpPr>
        <p:spPr>
          <a:xfrm>
            <a:off x="6240463" y="1844675"/>
            <a:ext cx="5472112" cy="983586"/>
          </a:xfrm>
        </p:spPr>
        <p:txBody>
          <a:bodyPr/>
          <a:lstStyle/>
          <a:p>
            <a:r>
              <a:rPr lang="en-US" sz="1600" dirty="0"/>
              <a:t>Please complete each </a:t>
            </a:r>
            <a:r>
              <a:rPr lang="en-US" sz="1600" dirty="0" err="1"/>
              <a:t>mentioed</a:t>
            </a:r>
            <a:r>
              <a:rPr lang="en-US" sz="1600" dirty="0"/>
              <a:t> task to proceed further </a:t>
            </a:r>
          </a:p>
          <a:p>
            <a:endParaRPr lang="en-US" sz="1600" dirty="0"/>
          </a:p>
        </p:txBody>
      </p:sp>
      <p:pic>
        <p:nvPicPr>
          <p:cNvPr id="5" name="Content Placeholder 4">
            <a:extLst>
              <a:ext uri="{FF2B5EF4-FFF2-40B4-BE49-F238E27FC236}">
                <a16:creationId xmlns:a16="http://schemas.microsoft.com/office/drawing/2014/main" id="{1B9B8780-EFC8-BCC3-644E-4AC74E851B55}"/>
              </a:ext>
            </a:extLst>
          </p:cNvPr>
          <p:cNvPicPr>
            <a:picLocks noGrp="1" noChangeAspect="1"/>
          </p:cNvPicPr>
          <p:nvPr>
            <p:ph sz="half" idx="1"/>
          </p:nvPr>
        </p:nvPicPr>
        <p:blipFill>
          <a:blip r:embed="rId2"/>
          <a:stretch>
            <a:fillRect/>
          </a:stretch>
        </p:blipFill>
        <p:spPr>
          <a:xfrm>
            <a:off x="479425" y="1863925"/>
            <a:ext cx="5472113" cy="2567903"/>
          </a:xfrm>
          <a:prstGeom prst="rect">
            <a:avLst/>
          </a:prstGeom>
        </p:spPr>
      </p:pic>
    </p:spTree>
    <p:extLst>
      <p:ext uri="{BB962C8B-B14F-4D97-AF65-F5344CB8AC3E}">
        <p14:creationId xmlns:p14="http://schemas.microsoft.com/office/powerpoint/2010/main" val="3070850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D7DDD-ECF3-4F4F-2F18-CFC19389A574}"/>
              </a:ext>
            </a:extLst>
          </p:cNvPr>
          <p:cNvSpPr>
            <a:spLocks noGrp="1"/>
          </p:cNvSpPr>
          <p:nvPr>
            <p:ph type="title"/>
          </p:nvPr>
        </p:nvSpPr>
        <p:spPr/>
        <p:txBody>
          <a:bodyPr/>
          <a:lstStyle/>
          <a:p>
            <a:r>
              <a:rPr lang="en-US" sz="4000" kern="1200" dirty="0"/>
              <a:t>Additional Data Collection</a:t>
            </a:r>
            <a:endParaRPr lang="en-US" dirty="0"/>
          </a:p>
        </p:txBody>
      </p:sp>
      <p:sp>
        <p:nvSpPr>
          <p:cNvPr id="4" name="Content Placeholder 3">
            <a:extLst>
              <a:ext uri="{FF2B5EF4-FFF2-40B4-BE49-F238E27FC236}">
                <a16:creationId xmlns:a16="http://schemas.microsoft.com/office/drawing/2014/main" id="{B6E7A7F5-0222-4AAE-A233-F3D729CBEFB8}"/>
              </a:ext>
            </a:extLst>
          </p:cNvPr>
          <p:cNvSpPr>
            <a:spLocks noGrp="1"/>
          </p:cNvSpPr>
          <p:nvPr>
            <p:ph sz="quarter" idx="3"/>
          </p:nvPr>
        </p:nvSpPr>
        <p:spPr>
          <a:xfrm>
            <a:off x="6240463" y="1844674"/>
            <a:ext cx="5472112" cy="1451419"/>
          </a:xfrm>
        </p:spPr>
        <p:txBody>
          <a:bodyPr/>
          <a:lstStyle/>
          <a:p>
            <a:r>
              <a:rPr lang="en-US" sz="1600" dirty="0"/>
              <a:t>Please share Bank info for Salary account if you don't have accounts from HDFC, AXIS &amp; ICICI. </a:t>
            </a:r>
          </a:p>
          <a:p>
            <a:r>
              <a:rPr lang="en-US" sz="1600" dirty="0"/>
              <a:t>Choose preferred bank to open new account.</a:t>
            </a:r>
          </a:p>
          <a:p>
            <a:endParaRPr lang="en-US" sz="1600" dirty="0"/>
          </a:p>
        </p:txBody>
      </p:sp>
      <p:pic>
        <p:nvPicPr>
          <p:cNvPr id="5" name="Content Placeholder 4">
            <a:extLst>
              <a:ext uri="{FF2B5EF4-FFF2-40B4-BE49-F238E27FC236}">
                <a16:creationId xmlns:a16="http://schemas.microsoft.com/office/drawing/2014/main" id="{B71EE381-9C1D-B77C-38FA-D96FB4B6413D}"/>
              </a:ext>
            </a:extLst>
          </p:cNvPr>
          <p:cNvPicPr>
            <a:picLocks noGrp="1" noChangeAspect="1"/>
          </p:cNvPicPr>
          <p:nvPr>
            <p:ph sz="half" idx="1"/>
          </p:nvPr>
        </p:nvPicPr>
        <p:blipFill>
          <a:blip r:embed="rId2"/>
          <a:stretch>
            <a:fillRect/>
          </a:stretch>
        </p:blipFill>
        <p:spPr>
          <a:xfrm>
            <a:off x="479425" y="1844675"/>
            <a:ext cx="5472113" cy="2599181"/>
          </a:xfrm>
          <a:prstGeom prst="rect">
            <a:avLst/>
          </a:prstGeom>
        </p:spPr>
      </p:pic>
    </p:spTree>
    <p:extLst>
      <p:ext uri="{BB962C8B-B14F-4D97-AF65-F5344CB8AC3E}">
        <p14:creationId xmlns:p14="http://schemas.microsoft.com/office/powerpoint/2010/main" val="2519333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FF122-6DFD-A3B8-26AE-A3F50FD467C5}"/>
              </a:ext>
            </a:extLst>
          </p:cNvPr>
          <p:cNvSpPr>
            <a:spLocks noGrp="1"/>
          </p:cNvSpPr>
          <p:nvPr>
            <p:ph type="title"/>
          </p:nvPr>
        </p:nvSpPr>
        <p:spPr/>
        <p:txBody>
          <a:bodyPr/>
          <a:lstStyle/>
          <a:p>
            <a:r>
              <a:rPr lang="en-US" kern="1200" dirty="0">
                <a:solidFill>
                  <a:schemeClr val="tx1"/>
                </a:solidFill>
                <a:latin typeface="+mj-lt"/>
                <a:ea typeface="+mj-ea"/>
                <a:cs typeface="+mj-cs"/>
              </a:rPr>
              <a:t>Additional Data Collection</a:t>
            </a:r>
            <a:br>
              <a:rPr lang="en-US" kern="1200" dirty="0">
                <a:solidFill>
                  <a:schemeClr val="tx1"/>
                </a:solidFill>
                <a:latin typeface="+mj-lt"/>
                <a:ea typeface="+mj-ea"/>
                <a:cs typeface="+mj-cs"/>
              </a:rPr>
            </a:br>
            <a:endParaRPr lang="en-US" dirty="0"/>
          </a:p>
        </p:txBody>
      </p:sp>
      <p:sp>
        <p:nvSpPr>
          <p:cNvPr id="4" name="Content Placeholder 3">
            <a:extLst>
              <a:ext uri="{FF2B5EF4-FFF2-40B4-BE49-F238E27FC236}">
                <a16:creationId xmlns:a16="http://schemas.microsoft.com/office/drawing/2014/main" id="{13CA7790-47D8-36EC-C503-5E3B80704913}"/>
              </a:ext>
            </a:extLst>
          </p:cNvPr>
          <p:cNvSpPr>
            <a:spLocks noGrp="1"/>
          </p:cNvSpPr>
          <p:nvPr>
            <p:ph sz="quarter" idx="3"/>
          </p:nvPr>
        </p:nvSpPr>
        <p:spPr>
          <a:xfrm>
            <a:off x="6240462" y="1844675"/>
            <a:ext cx="5472113" cy="813466"/>
          </a:xfrm>
        </p:spPr>
        <p:txBody>
          <a:bodyPr/>
          <a:lstStyle/>
          <a:p>
            <a:r>
              <a:rPr lang="en-US" sz="1600" kern="1200" dirty="0">
                <a:solidFill>
                  <a:schemeClr val="tx1"/>
                </a:solidFill>
                <a:latin typeface="+mn-lt"/>
                <a:ea typeface="+mn-ea"/>
                <a:cs typeface="+mn-cs"/>
              </a:rPr>
              <a:t>Please fill out gratuity Nomination details </a:t>
            </a:r>
            <a:r>
              <a:rPr lang="en-US" sz="1600" kern="1200" dirty="0"/>
              <a:t>as it is mandatory</a:t>
            </a:r>
            <a:r>
              <a:rPr lang="en-US" sz="1600" kern="1200" dirty="0">
                <a:solidFill>
                  <a:schemeClr val="tx1"/>
                </a:solidFill>
                <a:latin typeface="+mn-lt"/>
                <a:ea typeface="+mn-ea"/>
                <a:cs typeface="+mn-cs"/>
              </a:rPr>
              <a:t> </a:t>
            </a:r>
          </a:p>
          <a:p>
            <a:endParaRPr lang="en-US" sz="1600" dirty="0"/>
          </a:p>
        </p:txBody>
      </p:sp>
      <p:pic>
        <p:nvPicPr>
          <p:cNvPr id="5" name="Content Placeholder 4">
            <a:extLst>
              <a:ext uri="{FF2B5EF4-FFF2-40B4-BE49-F238E27FC236}">
                <a16:creationId xmlns:a16="http://schemas.microsoft.com/office/drawing/2014/main" id="{5512052B-A627-D32E-54CF-A89953C72FC5}"/>
              </a:ext>
            </a:extLst>
          </p:cNvPr>
          <p:cNvPicPr>
            <a:picLocks noGrp="1" noChangeAspect="1"/>
          </p:cNvPicPr>
          <p:nvPr>
            <p:ph sz="half" idx="1"/>
          </p:nvPr>
        </p:nvPicPr>
        <p:blipFill rotWithShape="1">
          <a:blip r:embed="rId2"/>
          <a:srcRect t="3576" r="-1" b="15506"/>
          <a:stretch/>
        </p:blipFill>
        <p:spPr>
          <a:xfrm>
            <a:off x="479425" y="1844675"/>
            <a:ext cx="5472113" cy="2118792"/>
          </a:xfrm>
          <a:prstGeom prst="rect">
            <a:avLst/>
          </a:prstGeom>
        </p:spPr>
      </p:pic>
    </p:spTree>
    <p:extLst>
      <p:ext uri="{BB962C8B-B14F-4D97-AF65-F5344CB8AC3E}">
        <p14:creationId xmlns:p14="http://schemas.microsoft.com/office/powerpoint/2010/main" val="3993744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27BC3-AEE6-ED16-06BB-A64AA5CE5605}"/>
              </a:ext>
            </a:extLst>
          </p:cNvPr>
          <p:cNvSpPr>
            <a:spLocks noGrp="1"/>
          </p:cNvSpPr>
          <p:nvPr>
            <p:ph type="title"/>
          </p:nvPr>
        </p:nvSpPr>
        <p:spPr>
          <a:xfrm>
            <a:off x="479425" y="485875"/>
            <a:ext cx="8353426" cy="1081088"/>
          </a:xfrm>
        </p:spPr>
        <p:txBody>
          <a:bodyPr/>
          <a:lstStyle/>
          <a:p>
            <a:pPr marL="0" marR="0" lvl="0" indent="0" fontAlgn="base">
              <a:lnSpc>
                <a:spcPct val="90000"/>
              </a:lnSpc>
              <a:spcBef>
                <a:spcPct val="0"/>
              </a:spcBef>
              <a:spcAft>
                <a:spcPts val="600"/>
              </a:spcAft>
              <a:buClrTx/>
              <a:buSzTx/>
              <a:tabLst/>
              <a:defRPr/>
            </a:pPr>
            <a:r>
              <a:rPr lang="en-US" kern="1200" dirty="0">
                <a:solidFill>
                  <a:schemeClr val="tx1"/>
                </a:solidFill>
                <a:latin typeface="+mj-lt"/>
                <a:ea typeface="+mj-ea"/>
                <a:cs typeface="+mj-cs"/>
              </a:rPr>
              <a:t>Additional Data Collection</a:t>
            </a:r>
          </a:p>
        </p:txBody>
      </p:sp>
      <p:sp>
        <p:nvSpPr>
          <p:cNvPr id="4" name="Content Placeholder 3">
            <a:extLst>
              <a:ext uri="{FF2B5EF4-FFF2-40B4-BE49-F238E27FC236}">
                <a16:creationId xmlns:a16="http://schemas.microsoft.com/office/drawing/2014/main" id="{47886A60-9C9F-F22D-DFA2-A7477D39A804}"/>
              </a:ext>
            </a:extLst>
          </p:cNvPr>
          <p:cNvSpPr>
            <a:spLocks noGrp="1"/>
          </p:cNvSpPr>
          <p:nvPr>
            <p:ph sz="quarter" idx="3"/>
          </p:nvPr>
        </p:nvSpPr>
        <p:spPr>
          <a:xfrm>
            <a:off x="6240463" y="1844675"/>
            <a:ext cx="5472112" cy="1584326"/>
          </a:xfrm>
        </p:spPr>
        <p:txBody>
          <a:bodyPr/>
          <a:lstStyle/>
          <a:p>
            <a:r>
              <a:rPr lang="en-US" sz="1800" dirty="0">
                <a:effectLst/>
                <a:latin typeface="Segoe UI" panose="020B0502040204020203" pitchFamily="34" charset="0"/>
              </a:rPr>
              <a:t>As per statutory </a:t>
            </a:r>
            <a:r>
              <a:rPr lang="en-US" sz="1600" dirty="0">
                <a:effectLst/>
              </a:rPr>
              <a:t>requirement</a:t>
            </a:r>
            <a:r>
              <a:rPr lang="en-US" sz="1800" dirty="0">
                <a:effectLst/>
                <a:latin typeface="Segoe UI" panose="020B0502040204020203" pitchFamily="34" charset="0"/>
              </a:rPr>
              <a:t> every individual is required to declare the nomination, you are free to decide number of nominees uptill-3</a:t>
            </a:r>
            <a:endParaRPr lang="en-US" sz="1600" dirty="0"/>
          </a:p>
        </p:txBody>
      </p:sp>
      <p:pic>
        <p:nvPicPr>
          <p:cNvPr id="5" name="Content Placeholder 4">
            <a:extLst>
              <a:ext uri="{FF2B5EF4-FFF2-40B4-BE49-F238E27FC236}">
                <a16:creationId xmlns:a16="http://schemas.microsoft.com/office/drawing/2014/main" id="{12BC3A25-FB2D-41D5-CA7A-3CDD1DC1C175}"/>
              </a:ext>
            </a:extLst>
          </p:cNvPr>
          <p:cNvPicPr>
            <a:picLocks noGrp="1" noChangeAspect="1"/>
          </p:cNvPicPr>
          <p:nvPr>
            <p:ph sz="half" idx="1"/>
          </p:nvPr>
        </p:nvPicPr>
        <p:blipFill rotWithShape="1">
          <a:blip r:embed="rId3"/>
          <a:srcRect r="-1" b="18656"/>
          <a:stretch/>
        </p:blipFill>
        <p:spPr>
          <a:xfrm>
            <a:off x="479425" y="1844675"/>
            <a:ext cx="5472113" cy="2119057"/>
          </a:xfrm>
          <a:prstGeom prst="rect">
            <a:avLst/>
          </a:prstGeom>
        </p:spPr>
      </p:pic>
    </p:spTree>
    <p:extLst>
      <p:ext uri="{BB962C8B-B14F-4D97-AF65-F5344CB8AC3E}">
        <p14:creationId xmlns:p14="http://schemas.microsoft.com/office/powerpoint/2010/main" val="2851711798"/>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54664-FC81-132E-ECAB-11F932B65581}"/>
              </a:ext>
            </a:extLst>
          </p:cNvPr>
          <p:cNvSpPr>
            <a:spLocks noGrp="1"/>
          </p:cNvSpPr>
          <p:nvPr>
            <p:ph type="title"/>
          </p:nvPr>
        </p:nvSpPr>
        <p:spPr/>
        <p:txBody>
          <a:bodyPr/>
          <a:lstStyle/>
          <a:p>
            <a:r>
              <a:rPr lang="en-US" sz="4000" kern="1200" dirty="0">
                <a:solidFill>
                  <a:schemeClr val="tx1"/>
                </a:solidFill>
                <a:latin typeface="+mj-lt"/>
                <a:ea typeface="+mj-ea"/>
                <a:cs typeface="+mj-cs"/>
              </a:rPr>
              <a:t>Additional Data Collection</a:t>
            </a:r>
            <a:br>
              <a:rPr lang="en-US" sz="4000" kern="1200" dirty="0">
                <a:solidFill>
                  <a:schemeClr val="tx1"/>
                </a:solidFill>
                <a:latin typeface="+mj-lt"/>
                <a:ea typeface="+mj-ea"/>
                <a:cs typeface="+mj-cs"/>
              </a:rPr>
            </a:br>
            <a:endParaRPr lang="en-US" dirty="0"/>
          </a:p>
        </p:txBody>
      </p:sp>
      <p:sp>
        <p:nvSpPr>
          <p:cNvPr id="4" name="Content Placeholder 3">
            <a:extLst>
              <a:ext uri="{FF2B5EF4-FFF2-40B4-BE49-F238E27FC236}">
                <a16:creationId xmlns:a16="http://schemas.microsoft.com/office/drawing/2014/main" id="{4E8C4452-3453-58E0-BCBD-CA3A06002A55}"/>
              </a:ext>
            </a:extLst>
          </p:cNvPr>
          <p:cNvSpPr>
            <a:spLocks noGrp="1"/>
          </p:cNvSpPr>
          <p:nvPr>
            <p:ph sz="quarter" idx="3"/>
          </p:nvPr>
        </p:nvSpPr>
        <p:spPr>
          <a:xfrm>
            <a:off x="6240462" y="1844674"/>
            <a:ext cx="5472113" cy="1483317"/>
          </a:xfrm>
        </p:spPr>
        <p:txBody>
          <a:bodyPr/>
          <a:lstStyle/>
          <a:p>
            <a:r>
              <a:rPr lang="en-US" sz="1600" dirty="0"/>
              <a:t>Provide nominee details for EPS where if you are married then fill part 1 and if you are unmarried fill part 2. </a:t>
            </a:r>
          </a:p>
          <a:p>
            <a:r>
              <a:rPr lang="en-US" sz="1600" dirty="0">
                <a:effectLst/>
              </a:rPr>
              <a:t>EPS nomination are required to be filled as per statutory requirement</a:t>
            </a:r>
            <a:endParaRPr lang="en-US" sz="1600" dirty="0"/>
          </a:p>
          <a:p>
            <a:endParaRPr lang="en-US" sz="1600" dirty="0"/>
          </a:p>
        </p:txBody>
      </p:sp>
      <p:pic>
        <p:nvPicPr>
          <p:cNvPr id="5" name="Content Placeholder 4">
            <a:extLst>
              <a:ext uri="{FF2B5EF4-FFF2-40B4-BE49-F238E27FC236}">
                <a16:creationId xmlns:a16="http://schemas.microsoft.com/office/drawing/2014/main" id="{2F48B849-7D3F-E1C6-C28F-29618DFBC12C}"/>
              </a:ext>
            </a:extLst>
          </p:cNvPr>
          <p:cNvPicPr>
            <a:picLocks noGrp="1" noChangeAspect="1"/>
          </p:cNvPicPr>
          <p:nvPr>
            <p:ph sz="half" idx="1"/>
          </p:nvPr>
        </p:nvPicPr>
        <p:blipFill rotWithShape="1">
          <a:blip r:embed="rId3"/>
          <a:srcRect l="851" r="879"/>
          <a:stretch/>
        </p:blipFill>
        <p:spPr>
          <a:xfrm>
            <a:off x="479425" y="1844675"/>
            <a:ext cx="5472113" cy="2645005"/>
          </a:xfrm>
          <a:prstGeom prst="rect">
            <a:avLst/>
          </a:prstGeom>
        </p:spPr>
      </p:pic>
    </p:spTree>
    <p:extLst>
      <p:ext uri="{BB962C8B-B14F-4D97-AF65-F5344CB8AC3E}">
        <p14:creationId xmlns:p14="http://schemas.microsoft.com/office/powerpoint/2010/main" val="3373641128"/>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BDAED-95E3-30D0-C979-2047C692BA1E}"/>
              </a:ext>
            </a:extLst>
          </p:cNvPr>
          <p:cNvSpPr>
            <a:spLocks noGrp="1"/>
          </p:cNvSpPr>
          <p:nvPr>
            <p:ph type="title"/>
          </p:nvPr>
        </p:nvSpPr>
        <p:spPr/>
        <p:txBody>
          <a:bodyPr/>
          <a:lstStyle/>
          <a:p>
            <a:r>
              <a:rPr lang="en-US" kern="1200" dirty="0">
                <a:solidFill>
                  <a:schemeClr val="tx1"/>
                </a:solidFill>
                <a:latin typeface="+mj-lt"/>
                <a:ea typeface="+mj-ea"/>
                <a:cs typeface="+mj-cs"/>
              </a:rPr>
              <a:t>Additional Data Collection</a:t>
            </a:r>
            <a:br>
              <a:rPr lang="en-US" kern="1200" dirty="0">
                <a:solidFill>
                  <a:schemeClr val="tx1"/>
                </a:solidFill>
                <a:latin typeface="+mj-lt"/>
                <a:ea typeface="+mj-ea"/>
                <a:cs typeface="+mj-cs"/>
              </a:rPr>
            </a:br>
            <a:endParaRPr lang="en-US" dirty="0"/>
          </a:p>
        </p:txBody>
      </p:sp>
      <p:sp>
        <p:nvSpPr>
          <p:cNvPr id="4" name="Content Placeholder 3">
            <a:extLst>
              <a:ext uri="{FF2B5EF4-FFF2-40B4-BE49-F238E27FC236}">
                <a16:creationId xmlns:a16="http://schemas.microsoft.com/office/drawing/2014/main" id="{E8E2D320-32FA-3074-7957-47D2FAE2F1F7}"/>
              </a:ext>
            </a:extLst>
          </p:cNvPr>
          <p:cNvSpPr>
            <a:spLocks noGrp="1"/>
          </p:cNvSpPr>
          <p:nvPr>
            <p:ph sz="quarter" idx="3"/>
          </p:nvPr>
        </p:nvSpPr>
        <p:spPr>
          <a:xfrm>
            <a:off x="6222887" y="1844675"/>
            <a:ext cx="5489688" cy="1334460"/>
          </a:xfrm>
        </p:spPr>
        <p:txBody>
          <a:bodyPr/>
          <a:lstStyle/>
          <a:p>
            <a:r>
              <a:rPr lang="en-US" sz="1600" kern="1200" dirty="0">
                <a:solidFill>
                  <a:schemeClr val="tx1"/>
                </a:solidFill>
                <a:latin typeface="+mn-lt"/>
                <a:ea typeface="+mn-ea"/>
                <a:cs typeface="+mn-cs"/>
              </a:rPr>
              <a:t>Please provide your blood group and </a:t>
            </a:r>
          </a:p>
          <a:p>
            <a:r>
              <a:rPr lang="en-US" sz="1600" kern="1200" dirty="0"/>
              <a:t>D</a:t>
            </a:r>
            <a:r>
              <a:rPr lang="en-US" sz="1600" kern="1200" dirty="0">
                <a:solidFill>
                  <a:schemeClr val="tx1"/>
                </a:solidFill>
                <a:latin typeface="+mn-lt"/>
                <a:ea typeface="+mn-ea"/>
                <a:cs typeface="+mn-cs"/>
              </a:rPr>
              <a:t>etails of relatives in Ericsson, if any. If you opt Option Yes</a:t>
            </a:r>
          </a:p>
          <a:p>
            <a:endParaRPr lang="en-US" sz="1600" dirty="0"/>
          </a:p>
        </p:txBody>
      </p:sp>
      <p:pic>
        <p:nvPicPr>
          <p:cNvPr id="5" name="Content Placeholder 4">
            <a:extLst>
              <a:ext uri="{FF2B5EF4-FFF2-40B4-BE49-F238E27FC236}">
                <a16:creationId xmlns:a16="http://schemas.microsoft.com/office/drawing/2014/main" id="{D41E269F-C7DC-9439-0441-09F8E4D80581}"/>
              </a:ext>
            </a:extLst>
          </p:cNvPr>
          <p:cNvPicPr>
            <a:picLocks noGrp="1" noChangeAspect="1"/>
          </p:cNvPicPr>
          <p:nvPr>
            <p:ph sz="half" idx="1"/>
          </p:nvPr>
        </p:nvPicPr>
        <p:blipFill>
          <a:blip r:embed="rId3"/>
          <a:stretch>
            <a:fillRect/>
          </a:stretch>
        </p:blipFill>
        <p:spPr>
          <a:xfrm>
            <a:off x="479426" y="1844675"/>
            <a:ext cx="5489688" cy="2602198"/>
          </a:xfrm>
          <a:prstGeom prst="rect">
            <a:avLst/>
          </a:prstGeom>
        </p:spPr>
      </p:pic>
    </p:spTree>
    <p:extLst>
      <p:ext uri="{BB962C8B-B14F-4D97-AF65-F5344CB8AC3E}">
        <p14:creationId xmlns:p14="http://schemas.microsoft.com/office/powerpoint/2010/main" val="353330555"/>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8791D-44C4-800B-3534-5289AD307ED2}"/>
              </a:ext>
            </a:extLst>
          </p:cNvPr>
          <p:cNvSpPr>
            <a:spLocks noGrp="1"/>
          </p:cNvSpPr>
          <p:nvPr>
            <p:ph type="title"/>
          </p:nvPr>
        </p:nvSpPr>
        <p:spPr/>
        <p:txBody>
          <a:bodyPr/>
          <a:lstStyle/>
          <a:p>
            <a:r>
              <a:rPr lang="en-US" kern="1200" dirty="0">
                <a:solidFill>
                  <a:schemeClr val="tx1"/>
                </a:solidFill>
                <a:latin typeface="+mj-lt"/>
                <a:ea typeface="+mj-ea"/>
                <a:cs typeface="+mj-cs"/>
              </a:rPr>
              <a:t>Additional Data Collection</a:t>
            </a:r>
            <a:br>
              <a:rPr lang="en-US" kern="1200" dirty="0">
                <a:solidFill>
                  <a:schemeClr val="tx1"/>
                </a:solidFill>
                <a:latin typeface="+mj-lt"/>
                <a:ea typeface="+mj-ea"/>
                <a:cs typeface="+mj-cs"/>
              </a:rPr>
            </a:br>
            <a:endParaRPr lang="en-US" dirty="0"/>
          </a:p>
        </p:txBody>
      </p:sp>
      <p:sp>
        <p:nvSpPr>
          <p:cNvPr id="4" name="Content Placeholder 3">
            <a:extLst>
              <a:ext uri="{FF2B5EF4-FFF2-40B4-BE49-F238E27FC236}">
                <a16:creationId xmlns:a16="http://schemas.microsoft.com/office/drawing/2014/main" id="{2E238A3B-5253-0A9A-F226-FB55BCBF8024}"/>
              </a:ext>
            </a:extLst>
          </p:cNvPr>
          <p:cNvSpPr>
            <a:spLocks noGrp="1"/>
          </p:cNvSpPr>
          <p:nvPr>
            <p:ph sz="quarter" idx="3"/>
          </p:nvPr>
        </p:nvSpPr>
        <p:spPr>
          <a:xfrm>
            <a:off x="6240463" y="1844674"/>
            <a:ext cx="5472112" cy="4392613"/>
          </a:xfrm>
        </p:spPr>
        <p:txBody>
          <a:bodyPr/>
          <a:lstStyle/>
          <a:p>
            <a:r>
              <a:rPr lang="en-US" sz="1600" dirty="0"/>
              <a:t>Please provide the PF information if you are a member of provident fund scheme</a:t>
            </a:r>
            <a:br>
              <a:rPr lang="en-US" sz="1600" dirty="0"/>
            </a:br>
            <a:r>
              <a:rPr lang="en-US" sz="1600" dirty="0"/>
              <a:t>If not please select No and proceed.</a:t>
            </a:r>
          </a:p>
          <a:p>
            <a:endParaRPr lang="en-US" sz="1600" dirty="0"/>
          </a:p>
        </p:txBody>
      </p:sp>
      <p:pic>
        <p:nvPicPr>
          <p:cNvPr id="5" name="Content Placeholder 4">
            <a:extLst>
              <a:ext uri="{FF2B5EF4-FFF2-40B4-BE49-F238E27FC236}">
                <a16:creationId xmlns:a16="http://schemas.microsoft.com/office/drawing/2014/main" id="{AD8BB71E-80EF-F2B4-05C4-1328B09C7B96}"/>
              </a:ext>
            </a:extLst>
          </p:cNvPr>
          <p:cNvPicPr>
            <a:picLocks noGrp="1" noChangeAspect="1"/>
          </p:cNvPicPr>
          <p:nvPr>
            <p:ph sz="half" idx="1"/>
          </p:nvPr>
        </p:nvPicPr>
        <p:blipFill rotWithShape="1">
          <a:blip r:embed="rId2"/>
          <a:srcRect l="378" r="760"/>
          <a:stretch/>
        </p:blipFill>
        <p:spPr>
          <a:xfrm>
            <a:off x="510139" y="1876987"/>
            <a:ext cx="5441399" cy="2620142"/>
          </a:xfrm>
          <a:prstGeom prst="rect">
            <a:avLst/>
          </a:prstGeom>
        </p:spPr>
      </p:pic>
    </p:spTree>
    <p:extLst>
      <p:ext uri="{BB962C8B-B14F-4D97-AF65-F5344CB8AC3E}">
        <p14:creationId xmlns:p14="http://schemas.microsoft.com/office/powerpoint/2010/main" val="272085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78B1F-DD81-DA3D-57E4-75D794DA9845}"/>
              </a:ext>
            </a:extLst>
          </p:cNvPr>
          <p:cNvSpPr>
            <a:spLocks noGrp="1"/>
          </p:cNvSpPr>
          <p:nvPr>
            <p:ph type="title"/>
          </p:nvPr>
        </p:nvSpPr>
        <p:spPr/>
        <p:txBody>
          <a:bodyPr/>
          <a:lstStyle/>
          <a:p>
            <a:r>
              <a:rPr lang="en-US" sz="4000" kern="1200" dirty="0">
                <a:solidFill>
                  <a:schemeClr val="tx1"/>
                </a:solidFill>
                <a:latin typeface="+mj-lt"/>
                <a:ea typeface="+mj-ea"/>
                <a:cs typeface="+mj-cs"/>
              </a:rPr>
              <a:t>Additional Data Collection</a:t>
            </a:r>
            <a:endParaRPr lang="en-US" dirty="0"/>
          </a:p>
        </p:txBody>
      </p:sp>
      <p:sp>
        <p:nvSpPr>
          <p:cNvPr id="4" name="Content Placeholder 3">
            <a:extLst>
              <a:ext uri="{FF2B5EF4-FFF2-40B4-BE49-F238E27FC236}">
                <a16:creationId xmlns:a16="http://schemas.microsoft.com/office/drawing/2014/main" id="{C982320E-F0F9-7A1F-AE0E-BD660D02B8B6}"/>
              </a:ext>
            </a:extLst>
          </p:cNvPr>
          <p:cNvSpPr>
            <a:spLocks noGrp="1"/>
          </p:cNvSpPr>
          <p:nvPr>
            <p:ph sz="quarter" idx="3"/>
          </p:nvPr>
        </p:nvSpPr>
        <p:spPr>
          <a:xfrm>
            <a:off x="6240463" y="1844675"/>
            <a:ext cx="5472112" cy="1584326"/>
          </a:xfrm>
        </p:spPr>
        <p:txBody>
          <a:bodyPr/>
          <a:lstStyle/>
          <a:p>
            <a:r>
              <a:rPr lang="en-US" sz="1600" dirty="0"/>
              <a:t>Please click submit after getting green tick on all the documents checklist which you can see in Snip.</a:t>
            </a:r>
          </a:p>
          <a:p>
            <a:endParaRPr lang="en-US" sz="1600" dirty="0"/>
          </a:p>
        </p:txBody>
      </p:sp>
      <p:pic>
        <p:nvPicPr>
          <p:cNvPr id="5" name="Content Placeholder 4">
            <a:extLst>
              <a:ext uri="{FF2B5EF4-FFF2-40B4-BE49-F238E27FC236}">
                <a16:creationId xmlns:a16="http://schemas.microsoft.com/office/drawing/2014/main" id="{0B707B4D-96E2-40C6-BF4B-5975F0876CF9}"/>
              </a:ext>
            </a:extLst>
          </p:cNvPr>
          <p:cNvPicPr>
            <a:picLocks noGrp="1" noChangeAspect="1"/>
          </p:cNvPicPr>
          <p:nvPr>
            <p:ph sz="half" idx="1"/>
          </p:nvPr>
        </p:nvPicPr>
        <p:blipFill rotWithShape="1">
          <a:blip r:embed="rId3"/>
          <a:srcRect l="382"/>
          <a:stretch/>
        </p:blipFill>
        <p:spPr>
          <a:xfrm>
            <a:off x="510139" y="1844675"/>
            <a:ext cx="5441399" cy="2596714"/>
          </a:xfrm>
          <a:prstGeom prst="rect">
            <a:avLst/>
          </a:prstGeom>
        </p:spPr>
      </p:pic>
    </p:spTree>
    <p:extLst>
      <p:ext uri="{BB962C8B-B14F-4D97-AF65-F5344CB8AC3E}">
        <p14:creationId xmlns:p14="http://schemas.microsoft.com/office/powerpoint/2010/main" val="1838372685"/>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06E7C22-1295-9D3E-DC46-462F0E514E8E}"/>
              </a:ext>
            </a:extLst>
          </p:cNvPr>
          <p:cNvPicPr>
            <a:picLocks noChangeAspect="1"/>
          </p:cNvPicPr>
          <p:nvPr/>
        </p:nvPicPr>
        <p:blipFill>
          <a:blip r:embed="rId2"/>
          <a:stretch>
            <a:fillRect/>
          </a:stretch>
        </p:blipFill>
        <p:spPr>
          <a:xfrm>
            <a:off x="479425" y="1844674"/>
            <a:ext cx="4319131" cy="4392613"/>
          </a:xfrm>
          <a:prstGeom prst="rect">
            <a:avLst/>
          </a:prstGeom>
        </p:spPr>
      </p:pic>
      <p:sp>
        <p:nvSpPr>
          <p:cNvPr id="6" name="Title 7">
            <a:extLst>
              <a:ext uri="{FF2B5EF4-FFF2-40B4-BE49-F238E27FC236}">
                <a16:creationId xmlns:a16="http://schemas.microsoft.com/office/drawing/2014/main" id="{917ABAB4-8D3C-979F-9AC0-F147AAB18A11}"/>
              </a:ext>
            </a:extLst>
          </p:cNvPr>
          <p:cNvSpPr txBox="1">
            <a:spLocks/>
          </p:cNvSpPr>
          <p:nvPr/>
        </p:nvSpPr>
        <p:spPr>
          <a:xfrm>
            <a:off x="479424" y="476250"/>
            <a:ext cx="10666095" cy="840822"/>
          </a:xfrm>
          <a:prstGeom prst="rect">
            <a:avLst/>
          </a:prstGeom>
        </p:spPr>
        <p:txBody>
          <a:bodyPr/>
          <a:lstStyle>
            <a:lvl1pPr algn="l" rtl="0" eaLnBrk="1" fontAlgn="base" hangingPunct="1">
              <a:lnSpc>
                <a:spcPct val="85000"/>
              </a:lnSpc>
              <a:spcBef>
                <a:spcPts val="300"/>
              </a:spcBef>
              <a:spcAft>
                <a:spcPct val="0"/>
              </a:spcAft>
              <a:defRPr sz="4000" kern="1400" spc="-160">
                <a:solidFill>
                  <a:schemeClr val="tx1"/>
                </a:solidFill>
                <a:latin typeface="+mj-lt"/>
                <a:ea typeface="+mj-ea"/>
                <a:cs typeface="+mj-cs"/>
              </a:defRPr>
            </a:lvl1pPr>
            <a:lvl2pPr algn="l" rtl="0" eaLnBrk="1" fontAlgn="base" hangingPunct="1">
              <a:lnSpc>
                <a:spcPct val="85000"/>
              </a:lnSpc>
              <a:spcBef>
                <a:spcPct val="0"/>
              </a:spcBef>
              <a:spcAft>
                <a:spcPct val="0"/>
              </a:spcAft>
              <a:defRPr sz="4000">
                <a:solidFill>
                  <a:schemeClr val="tx1"/>
                </a:solidFill>
                <a:latin typeface="Ericsson Hilda" pitchFamily="2" charset="0"/>
              </a:defRPr>
            </a:lvl2pPr>
            <a:lvl3pPr algn="l" rtl="0" eaLnBrk="1" fontAlgn="base" hangingPunct="1">
              <a:lnSpc>
                <a:spcPct val="85000"/>
              </a:lnSpc>
              <a:spcBef>
                <a:spcPct val="0"/>
              </a:spcBef>
              <a:spcAft>
                <a:spcPct val="0"/>
              </a:spcAft>
              <a:defRPr sz="4000">
                <a:solidFill>
                  <a:schemeClr val="tx1"/>
                </a:solidFill>
                <a:latin typeface="Ericsson Hilda" pitchFamily="2" charset="0"/>
              </a:defRPr>
            </a:lvl3pPr>
            <a:lvl4pPr algn="l" rtl="0" eaLnBrk="1" fontAlgn="base" hangingPunct="1">
              <a:lnSpc>
                <a:spcPct val="85000"/>
              </a:lnSpc>
              <a:spcBef>
                <a:spcPct val="0"/>
              </a:spcBef>
              <a:spcAft>
                <a:spcPct val="0"/>
              </a:spcAft>
              <a:defRPr sz="4000">
                <a:solidFill>
                  <a:schemeClr val="tx1"/>
                </a:solidFill>
                <a:latin typeface="Ericsson Hilda" pitchFamily="2" charset="0"/>
              </a:defRPr>
            </a:lvl4pPr>
            <a:lvl5pPr algn="l" rtl="0" eaLnBrk="1" fontAlgn="base" hangingPunct="1">
              <a:lnSpc>
                <a:spcPct val="85000"/>
              </a:lnSpc>
              <a:spcBef>
                <a:spcPct val="0"/>
              </a:spcBef>
              <a:spcAft>
                <a:spcPct val="0"/>
              </a:spcAft>
              <a:defRPr sz="4000">
                <a:solidFill>
                  <a:schemeClr val="tx1"/>
                </a:solidFill>
                <a:latin typeface="Ericsson Hilda" pitchFamily="2" charset="0"/>
              </a:defRPr>
            </a:lvl5pPr>
            <a:lvl6pPr marL="457200" algn="l" rtl="0" eaLnBrk="1" fontAlgn="base" hangingPunct="1">
              <a:spcBef>
                <a:spcPct val="0"/>
              </a:spcBef>
              <a:spcAft>
                <a:spcPct val="0"/>
              </a:spcAft>
              <a:defRPr sz="3200">
                <a:solidFill>
                  <a:schemeClr val="tx1"/>
                </a:solidFill>
                <a:latin typeface="Ericsson Hilda" pitchFamily="2" charset="0"/>
              </a:defRPr>
            </a:lvl6pPr>
            <a:lvl7pPr marL="914400" algn="l" rtl="0" eaLnBrk="1" fontAlgn="base" hangingPunct="1">
              <a:spcBef>
                <a:spcPct val="0"/>
              </a:spcBef>
              <a:spcAft>
                <a:spcPct val="0"/>
              </a:spcAft>
              <a:defRPr sz="3200">
                <a:solidFill>
                  <a:schemeClr val="tx1"/>
                </a:solidFill>
                <a:latin typeface="Ericsson Hilda" pitchFamily="2" charset="0"/>
              </a:defRPr>
            </a:lvl7pPr>
            <a:lvl8pPr marL="1371600" algn="l" rtl="0" eaLnBrk="1" fontAlgn="base" hangingPunct="1">
              <a:spcBef>
                <a:spcPct val="0"/>
              </a:spcBef>
              <a:spcAft>
                <a:spcPct val="0"/>
              </a:spcAft>
              <a:defRPr sz="3200">
                <a:solidFill>
                  <a:schemeClr val="tx1"/>
                </a:solidFill>
                <a:latin typeface="Ericsson Hilda" pitchFamily="2" charset="0"/>
              </a:defRPr>
            </a:lvl8pPr>
            <a:lvl9pPr marL="1828800" algn="l" rtl="0" eaLnBrk="1" fontAlgn="base" hangingPunct="1">
              <a:spcBef>
                <a:spcPct val="0"/>
              </a:spcBef>
              <a:spcAft>
                <a:spcPct val="0"/>
              </a:spcAft>
              <a:defRPr sz="3200">
                <a:solidFill>
                  <a:schemeClr val="tx1"/>
                </a:solidFill>
                <a:latin typeface="Ericsson Hilda" pitchFamily="2" charset="0"/>
              </a:defRPr>
            </a:lvl9pPr>
          </a:lstStyle>
          <a:p>
            <a:pPr marL="0" marR="0" lvl="0" indent="0" algn="l" defTabSz="914400" rtl="0" eaLnBrk="1" fontAlgn="base" latinLnBrk="0" hangingPunct="1">
              <a:lnSpc>
                <a:spcPct val="85000"/>
              </a:lnSpc>
              <a:spcBef>
                <a:spcPts val="300"/>
              </a:spcBef>
              <a:spcAft>
                <a:spcPct val="0"/>
              </a:spcAft>
              <a:buClrTx/>
              <a:buSzTx/>
              <a:buFontTx/>
              <a:buNone/>
              <a:tabLst/>
              <a:defRPr/>
            </a:pPr>
            <a:r>
              <a:rPr lang="en-US" dirty="0">
                <a:latin typeface="Ericsson Hilda" panose="00000500000000000000" pitchFamily="2" charset="0"/>
              </a:rPr>
              <a:t>You are all set!</a:t>
            </a:r>
          </a:p>
        </p:txBody>
      </p:sp>
      <p:pic>
        <p:nvPicPr>
          <p:cNvPr id="17" name="Graphic 16" descr="Right pointing backhand index outline">
            <a:extLst>
              <a:ext uri="{FF2B5EF4-FFF2-40B4-BE49-F238E27FC236}">
                <a16:creationId xmlns:a16="http://schemas.microsoft.com/office/drawing/2014/main" id="{EBEC687E-263F-9F75-2CD4-5392BD4F10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3470384">
            <a:off x="4247433" y="1802052"/>
            <a:ext cx="358194" cy="358194"/>
          </a:xfrm>
          <a:prstGeom prst="rect">
            <a:avLst/>
          </a:prstGeom>
        </p:spPr>
      </p:pic>
      <p:sp>
        <p:nvSpPr>
          <p:cNvPr id="18" name="TextBox 17">
            <a:extLst>
              <a:ext uri="{FF2B5EF4-FFF2-40B4-BE49-F238E27FC236}">
                <a16:creationId xmlns:a16="http://schemas.microsoft.com/office/drawing/2014/main" id="{4D9407CD-28E8-C9AC-B0A7-0AF35C78175F}"/>
              </a:ext>
            </a:extLst>
          </p:cNvPr>
          <p:cNvSpPr txBox="1"/>
          <p:nvPr/>
        </p:nvSpPr>
        <p:spPr>
          <a:xfrm>
            <a:off x="6240463" y="1859339"/>
            <a:ext cx="5472112" cy="2800767"/>
          </a:xfrm>
          <a:prstGeom prst="rect">
            <a:avLst/>
          </a:prstGeom>
          <a:noFill/>
        </p:spPr>
        <p:txBody>
          <a:bodyPr wrap="square">
            <a:spAutoFit/>
          </a:bodyPr>
          <a:lstStyle/>
          <a:p>
            <a:pPr algn="l"/>
            <a:r>
              <a:rPr lang="en-US" sz="1600" dirty="0">
                <a:latin typeface="Ericsson Hilda" panose="00000500000000000000" pitchFamily="2" charset="0"/>
              </a:rPr>
              <a:t>Thank you!</a:t>
            </a:r>
          </a:p>
          <a:p>
            <a:pPr algn="l"/>
            <a:endParaRPr lang="en-US" sz="1600" dirty="0">
              <a:latin typeface="Ericsson Hilda" panose="00000500000000000000" pitchFamily="2" charset="0"/>
            </a:endParaRPr>
          </a:p>
          <a:p>
            <a:pPr algn="l"/>
            <a:r>
              <a:rPr lang="en-US" sz="1600" dirty="0">
                <a:latin typeface="Ericsson Hilda" panose="00000500000000000000" pitchFamily="2" charset="0"/>
              </a:rPr>
              <a:t>You have now finalized the Data Collection and you will get the mail for DocuSign </a:t>
            </a:r>
            <a:r>
              <a:rPr lang="en-US" sz="1600" dirty="0">
                <a:latin typeface="+mn-lt"/>
              </a:rPr>
              <a:t>the</a:t>
            </a:r>
            <a:r>
              <a:rPr lang="en-US" sz="1600" dirty="0">
                <a:latin typeface="Ericsson Hilda" panose="00000500000000000000" pitchFamily="2" charset="0"/>
              </a:rPr>
              <a:t> forms for your joining formalities and your Onboarding Single Point of Contact (SPOC)  will also get in touch with you .after that you can proceed to the Home page, where you can familiarize yourself with content about Ericsson as an employer.</a:t>
            </a:r>
          </a:p>
          <a:p>
            <a:pPr algn="l"/>
            <a:endParaRPr lang="en-US" sz="1600" dirty="0">
              <a:latin typeface="Ericsson Hilda" panose="00000500000000000000" pitchFamily="2" charset="0"/>
            </a:endParaRPr>
          </a:p>
          <a:p>
            <a:pPr algn="l"/>
            <a:endParaRPr lang="en-US" sz="1600" dirty="0">
              <a:latin typeface="Ericsson Hilda" panose="00000500000000000000" pitchFamily="2" charset="0"/>
            </a:endParaRPr>
          </a:p>
          <a:p>
            <a:pPr algn="l"/>
            <a:endParaRPr lang="en-US" sz="1600" dirty="0">
              <a:latin typeface="Ericsson Hilda" panose="00000500000000000000" pitchFamily="2" charset="0"/>
            </a:endParaRPr>
          </a:p>
        </p:txBody>
      </p:sp>
    </p:spTree>
    <p:extLst>
      <p:ext uri="{BB962C8B-B14F-4D97-AF65-F5344CB8AC3E}">
        <p14:creationId xmlns:p14="http://schemas.microsoft.com/office/powerpoint/2010/main" val="3161119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6FF69E04-8523-4965-90ED-73D4F9BAE271}"/>
              </a:ext>
            </a:extLst>
          </p:cNvPr>
          <p:cNvSpPr>
            <a:spLocks noGrp="1"/>
          </p:cNvSpPr>
          <p:nvPr>
            <p:ph type="subTitle" idx="1"/>
          </p:nvPr>
        </p:nvSpPr>
        <p:spPr/>
        <p:txBody>
          <a:bodyPr>
            <a:normAutofit lnSpcReduction="10000"/>
          </a:bodyPr>
          <a:lstStyle/>
          <a:p>
            <a:r>
              <a:rPr lang="en-US" dirty="0"/>
              <a:t>ericsson.com</a:t>
            </a:r>
          </a:p>
        </p:txBody>
      </p:sp>
    </p:spTree>
    <p:custDataLst>
      <p:custData r:id="rId1"/>
      <p:custData r:id="rId2"/>
    </p:custDataLst>
    <p:extLst>
      <p:ext uri="{BB962C8B-B14F-4D97-AF65-F5344CB8AC3E}">
        <p14:creationId xmlns:p14="http://schemas.microsoft.com/office/powerpoint/2010/main" val="1383928708"/>
      </p:ext>
    </p:extLst>
  </p:cSld>
  <p:clrMapOvr>
    <a:masterClrMapping/>
  </p:clrMapOvr>
</p:sld>
</file>

<file path=ppt/theme/theme1.xml><?xml version="1.0" encoding="utf-8"?>
<a:theme xmlns:a="http://schemas.openxmlformats.org/drawingml/2006/main" name="PresentationTemplate2021">
  <a:themeElements>
    <a:clrScheme name="Ericsson">
      <a:dk1>
        <a:srgbClr val="181818"/>
      </a:dk1>
      <a:lt1>
        <a:srgbClr val="FFFFFF"/>
      </a:lt1>
      <a:dk2>
        <a:srgbClr val="181818"/>
      </a:dk2>
      <a:lt2>
        <a:srgbClr val="E0E0E0"/>
      </a:lt2>
      <a:accent1>
        <a:srgbClr val="0082F0"/>
      </a:accent1>
      <a:accent2>
        <a:srgbClr val="0FC373"/>
      </a:accent2>
      <a:accent3>
        <a:srgbClr val="AF78D2"/>
      </a:accent3>
      <a:accent4>
        <a:srgbClr val="FAD22D"/>
      </a:accent4>
      <a:accent5>
        <a:srgbClr val="FF8C0A"/>
      </a:accent5>
      <a:accent6>
        <a:srgbClr val="FF3232"/>
      </a:accent6>
      <a:hlink>
        <a:srgbClr val="0082F0"/>
      </a:hlink>
      <a:folHlink>
        <a:srgbClr val="040969"/>
      </a:folHlink>
    </a:clrScheme>
    <a:fontScheme name="Ericsson">
      <a:majorFont>
        <a:latin typeface="Ericsson Hilda Light"/>
        <a:ea typeface=""/>
        <a:cs typeface=""/>
      </a:majorFont>
      <a:minorFont>
        <a:latin typeface="Ericsson Hild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noFill/>
          <a:prstDash val="solid"/>
          <a:round/>
          <a:headEnd type="none" w="med" len="med"/>
          <a:tailEnd type="none" w="med" len="med"/>
        </a:ln>
        <a:effectLst/>
      </a:spPr>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defPPr marL="180000" indent="-180000" algn="l">
          <a:spcBef>
            <a:spcPts val="800"/>
          </a:spcBef>
          <a:buFont typeface="Ericsson Hilda" panose="00000500000000000000" pitchFamily="2" charset="0"/>
          <a:buChar char="●"/>
          <a:defRPr dirty="0" err="1" smtClean="0">
            <a:solidFill>
              <a:srgbClr val="FFFFFF"/>
            </a:solidFill>
            <a:latin typeface="+mn-lt"/>
          </a:defRPr>
        </a:defPPr>
      </a:lstStyle>
    </a:spDef>
    <a:lnDef>
      <a:spPr bwMode="auto">
        <a:solidFill>
          <a:schemeClr val="accent1"/>
        </a:solidFill>
        <a:ln w="12700" cap="flat" cmpd="sng" algn="ctr">
          <a:solidFill>
            <a:schemeClr val="tx1"/>
          </a:solidFill>
          <a:prstDash val="solid"/>
          <a:round/>
          <a:headEnd type="none" w="med" len="med"/>
          <a:tailEnd type="none"/>
        </a:ln>
        <a:effectLst/>
      </a:spPr>
      <a:bodyPr/>
      <a:lstStyle/>
    </a:lnDef>
    <a:txDef>
      <a:spPr/>
      <a:bodyPr vert="horz" wrap="square" lIns="72000" tIns="36000" rIns="72000" bIns="36000" rtlCol="0" anchor="t">
        <a:noAutofit/>
      </a:bodyPr>
      <a:lstStyle>
        <a:defPPr marL="180000" marR="0" indent="-180000" algn="l" defTabSz="914400" rtl="0" eaLnBrk="1" fontAlgn="base" latinLnBrk="0" hangingPunct="1">
          <a:lnSpc>
            <a:spcPct val="100000"/>
          </a:lnSpc>
          <a:spcBef>
            <a:spcPts val="800"/>
          </a:spcBef>
          <a:spcAft>
            <a:spcPct val="0"/>
          </a:spcAft>
          <a:buClrTx/>
          <a:buSzTx/>
          <a:buFont typeface="Ericsson Hilda" panose="00000500000000000000" pitchFamily="2" charset="0"/>
          <a:buChar char="●"/>
          <a:tabLst/>
          <a:defRPr kumimoji="0" sz="2000" b="0" i="0" u="none" strike="noStrike" kern="1000" cap="none" spc="-30" normalizeH="0" baseline="0" noProof="0" dirty="0" smtClean="0">
            <a:ln>
              <a:noFill/>
            </a:ln>
            <a:solidFill>
              <a:schemeClr val="tx1"/>
            </a:solidFill>
            <a:effectLst/>
            <a:uLnTx/>
            <a:uFillTx/>
            <a:latin typeface="Ericsson Hilda"/>
            <a:ea typeface="+mn-ea"/>
            <a:cs typeface="+mn-cs"/>
          </a:defRPr>
        </a:defPPr>
      </a:lstStyle>
    </a:txDef>
  </a:objectDefaults>
  <a:extraClrSchemeLst>
    <a:extraClrScheme>
      <a:clrScheme name="Landscape2009 1">
        <a:dk1>
          <a:srgbClr val="58585A"/>
        </a:dk1>
        <a:lt1>
          <a:srgbClr val="FFFFFF"/>
        </a:lt1>
        <a:dk2>
          <a:srgbClr val="00285E"/>
        </a:dk2>
        <a:lt2>
          <a:srgbClr val="B1B3B4"/>
        </a:lt2>
        <a:accent1>
          <a:srgbClr val="89BA17"/>
        </a:accent1>
        <a:accent2>
          <a:srgbClr val="F08A00"/>
        </a:accent2>
        <a:accent3>
          <a:srgbClr val="FFFFFF"/>
        </a:accent3>
        <a:accent4>
          <a:srgbClr val="4A4A4C"/>
        </a:accent4>
        <a:accent5>
          <a:srgbClr val="C4D9AB"/>
        </a:accent5>
        <a:accent6>
          <a:srgbClr val="D97D00"/>
        </a:accent6>
        <a:hlink>
          <a:srgbClr val="00A9D4"/>
        </a:hlink>
        <a:folHlink>
          <a:srgbClr val="00625F"/>
        </a:folHlink>
      </a:clrScheme>
      <a:clrMap bg1="lt1" tx1="dk1" bg2="lt2" tx2="dk2" accent1="accent1" accent2="accent2" accent3="accent3" accent4="accent4" accent5="accent5" accent6="accent6" hlink="hlink" folHlink="folHlink"/>
    </a:extraClrScheme>
  </a:extraClrSchemeLst>
  <a:custClrLst>
    <a:custClr name="Primary Ericsson Blue 1">
      <a:srgbClr val="000082"/>
    </a:custClr>
    <a:custClr name="Primary Ericsson Blue 2">
      <a:srgbClr val="0050CA"/>
    </a:custClr>
    <a:custClr name="Primary Ericsson Blue">
      <a:srgbClr val="0082F0"/>
    </a:custClr>
    <a:custClr name="Primary Ericsson Blue 3">
      <a:srgbClr val="48A8FA"/>
    </a:custClr>
    <a:custClr name="Primary Ericsson Blue 4">
      <a:srgbClr val="85CCFF"/>
    </a:custClr>
    <a:custClr name="Secondary Ericsson Green">
      <a:srgbClr val="0FC373"/>
    </a:custClr>
    <a:custClr name="Secondary Ericsson Purple">
      <a:srgbClr val="AF78D2"/>
    </a:custClr>
    <a:custClr name="Secondary Ericsson Yellow">
      <a:srgbClr val="FAD22D"/>
    </a:custClr>
    <a:custClr name="Secondary Ericsson Orange">
      <a:srgbClr val="FF8C0A"/>
    </a:custClr>
    <a:custClr name="Secondary Ericsson Red">
      <a:srgbClr val="FF3232"/>
    </a:custClr>
    <a:custClr name="Secondary Ericsson Black">
      <a:srgbClr val="000000"/>
    </a:custClr>
    <a:custClr name="Secondary Ericsson Gray 1">
      <a:srgbClr val="242424"/>
    </a:custClr>
    <a:custClr name="Secondary Ericsson Gray 2">
      <a:srgbClr val="767676"/>
    </a:custClr>
    <a:custClr name="Secondary Ericsson Gray 3">
      <a:srgbClr val="A0A0A0"/>
    </a:custClr>
    <a:custClr name="Secondary Ericsson Gray 4">
      <a:srgbClr val="E0E0E0"/>
    </a:custClr>
    <a:custClr name="Secondary Ericsson Gray 5">
      <a:srgbClr val="F2F2F2"/>
    </a:custClr>
    <a:custClr name="Secondary Ericsson White">
      <a:srgbClr val="FFFFFF"/>
    </a:custClr>
  </a:custClrLst>
  <a:extLst>
    <a:ext uri="{05A4C25C-085E-4340-85A3-A5531E510DB2}">
      <thm15:themeFamily xmlns:thm15="http://schemas.microsoft.com/office/thememl/2012/main" name="PresentationTemplate2017.potx" id="{775AD81A-0AF6-45CB-889B-779F764C8091}" vid="{622262D2-9439-4A46-819E-379D679C1385}"/>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Ericsson Hilda" panose="020F0302020204030204"/>
        <a:ea typeface=""/>
        <a:cs typeface=""/>
        <a:font script="Jpan" typeface="游ゴシック Light"/>
        <a:font script="Hang" typeface="맑은 고딕"/>
        <a:font script="Hans" typeface="等线 Light"/>
        <a:font script="Hant" typeface="新細明體"/>
        <a:font script="Arab" typeface="Ericsson Hilda"/>
        <a:font script="Hebr" typeface="Ericsson Hilda"/>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Ericsson Hilda"/>
        <a:font script="Uigh" typeface="Microsoft Uighur"/>
        <a:font script="Geor" typeface="Sylfaen"/>
        <a:font script="Armn" typeface="Ericsson Hilda Ligh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ricsson Hilda" panose="020F0502020204030204"/>
        <a:ea typeface=""/>
        <a:cs typeface=""/>
        <a:font script="Jpan" typeface="游ゴシック"/>
        <a:font script="Hang" typeface="맑은 고딕"/>
        <a:font script="Hans" typeface="等线"/>
        <a:font script="Hant" typeface="新細明體"/>
        <a:font script="Arab" typeface="Ericsson Hilda Light"/>
        <a:font script="Hebr" typeface="Ericsson Hilda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Ericsson Hilda Light"/>
        <a:font script="Uigh" typeface="Microsoft Uighur"/>
        <a:font script="Geor" typeface="Sylfaen"/>
        <a:font script="Armn" typeface="Ericsson Hilda Ligh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rimary Ericsson Blue 1">
      <a:srgbClr val="000082"/>
    </a:custClr>
    <a:custClr name="Primary Ericsson Blue 2">
      <a:srgbClr val="0050CA"/>
    </a:custClr>
    <a:custClr name="Primary Ericsson Blue">
      <a:srgbClr val="0082F0"/>
    </a:custClr>
    <a:custClr name="Primary Ericsson Blue 3">
      <a:srgbClr val="48A8FA"/>
    </a:custClr>
    <a:custClr name="Primary Ericsson Blue 4">
      <a:srgbClr val="85CCFF"/>
    </a:custClr>
    <a:custClr name="Secondary Ericsson Green">
      <a:srgbClr val="0FC373"/>
    </a:custClr>
    <a:custClr name="Secondary Ericsson Purple">
      <a:srgbClr val="AF78D2"/>
    </a:custClr>
    <a:custClr name="Secondary Ericsson Yellow">
      <a:srgbClr val="FAD22D"/>
    </a:custClr>
    <a:custClr name="Secondary Ericsson Orange">
      <a:srgbClr val="FF8C0A"/>
    </a:custClr>
    <a:custClr name="Secondary Ericsson Red">
      <a:srgbClr val="FF3232"/>
    </a:custClr>
    <a:custClr name="Secondary Ericsson Black">
      <a:srgbClr val="000000"/>
    </a:custClr>
    <a:custClr name="Secondary Ericsson Gray 1">
      <a:srgbClr val="242424"/>
    </a:custClr>
    <a:custClr name="Secondary Ericsson Gray 2">
      <a:srgbClr val="767676"/>
    </a:custClr>
    <a:custClr name="Secondary Ericsson Gray 3">
      <a:srgbClr val="A0A0A0"/>
    </a:custClr>
    <a:custClr name="Secondary Ericsson Gray 4">
      <a:srgbClr val="E0E0E0"/>
    </a:custClr>
    <a:custClr name="Secondary Ericsson Gray 5">
      <a:srgbClr val="F2F2F2"/>
    </a:custClr>
    <a:custClr name="Secondary Ericsson Whit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Ericsson Hilda" panose="020F0302020204030204"/>
        <a:ea typeface=""/>
        <a:cs typeface=""/>
        <a:font script="Jpan" typeface="游ゴシック Light"/>
        <a:font script="Hang" typeface="맑은 고딕"/>
        <a:font script="Hans" typeface="等线 Light"/>
        <a:font script="Hant" typeface="新細明體"/>
        <a:font script="Arab" typeface="Ericsson Hilda"/>
        <a:font script="Hebr" typeface="Ericsson Hilda"/>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Ericsson Hilda"/>
        <a:font script="Uigh" typeface="Microsoft Uighur"/>
        <a:font script="Geor" typeface="Sylfaen"/>
        <a:font script="Armn" typeface="Ericsson Hilda"/>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ricsson Hilda" panose="020F0502020204030204"/>
        <a:ea typeface=""/>
        <a:cs typeface=""/>
        <a:font script="Jpan" typeface="游ゴシック"/>
        <a:font script="Hang" typeface="맑은 고딕"/>
        <a:font script="Hans" typeface="等线"/>
        <a:font script="Hant" typeface="新細明體"/>
        <a:font script="Arab" typeface="Ericsson Hilda"/>
        <a:font script="Hebr" typeface="Ericsson Hilda"/>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Ericsson Hilda"/>
        <a:font script="Uigh" typeface="Microsoft Uighur"/>
        <a:font script="Geor" typeface="Sylfaen"/>
        <a:font script="Armn" typeface="Ericsson Hilda"/>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rimary Ericsson Blue 1">
      <a:srgbClr val="000082"/>
    </a:custClr>
    <a:custClr name="Primary Ericsson Blue 2">
      <a:srgbClr val="0050CA"/>
    </a:custClr>
    <a:custClr name="Primary Ericsson Blue">
      <a:srgbClr val="0082F0"/>
    </a:custClr>
    <a:custClr name="Primary Ericsson Blue 3">
      <a:srgbClr val="48A8FA"/>
    </a:custClr>
    <a:custClr name="Primary Ericsson Blue 4">
      <a:srgbClr val="85CCFF"/>
    </a:custClr>
    <a:custClr name="Secondary Ericsson Green">
      <a:srgbClr val="0FC373"/>
    </a:custClr>
    <a:custClr name="Secondary Ericsson Purple">
      <a:srgbClr val="AF78D2"/>
    </a:custClr>
    <a:custClr name="Secondary Ericsson Yellow">
      <a:srgbClr val="FAD22D"/>
    </a:custClr>
    <a:custClr name="Secondary Ericsson Orange">
      <a:srgbClr val="FF8C0A"/>
    </a:custClr>
    <a:custClr name="Secondary Ericsson Red">
      <a:srgbClr val="FF3232"/>
    </a:custClr>
    <a:custClr name="Secondary Ericsson Black">
      <a:srgbClr val="000000"/>
    </a:custClr>
    <a:custClr name="Secondary Ericsson Gray 1">
      <a:srgbClr val="242424"/>
    </a:custClr>
    <a:custClr name="Secondary Ericsson Gray 2">
      <a:srgbClr val="767676"/>
    </a:custClr>
    <a:custClr name="Secondary Ericsson Gray 3">
      <a:srgbClr val="A0A0A0"/>
    </a:custClr>
    <a:custClr name="Secondary Ericsson Gray 4">
      <a:srgbClr val="E0E0E0"/>
    </a:custClr>
    <a:custClr name="Secondary Ericsson Gray 5">
      <a:srgbClr val="F2F2F2"/>
    </a:custClr>
    <a:custClr name="Secondary Ericsson Whit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TemplafySlideFormConfiguration><![CDATA[{"formFields":[],"formDataEntries":[]}]]></TemplafySlideFormConfiguration>
</file>

<file path=customXml/item2.xml><?xml version="1.0" encoding="utf-8"?>
<TemplafyTemplateConfiguration><![CDATA[{"elementsMetadata":[],"transformationConfigurations":[{"language":"{{DocumentLanguage}}","disableUpdates":false,"type":"proofingLanguage"},{"propertyName":"FooterText","propertyValue":"true","disableUpdates":false,"type":"customDocumentProperty"},{"propertyName":"SecurityClass","propertyValue":"{{Form.ConfidentialityClass.Confidentiality}}","disableUpdates":false,"type":"customDocumentProperty"},{"propertyName":"ExtConf","propertyValue":"{{Form.ExternalConfidentialityLabel.ExternalConfidentiality}}","disableUpdates":false,"type":"customDocumentProperty"},{"propertyName":"Prepared","propertyValue":"{{Form.Prepared}}","disableUpdates":false,"type":"customDocumentProperty"},{"propertyName":"ApprovedBy","propertyValue":"{{Form.ApprovedBy}}","disableUpdates":false,"type":"customDocumentProperty"},{"propertyName":"DocNo","propertyValue":"{{Form.DocumentNumber}} {{Form.LanguageCode.LanguageCode}}","disableUpdates":false,"type":"customDocumentProperty"},{"propertyName":"Checked","propertyValue":"{{Form.Checked}}","disableUpdates":false,"type":"customDocumentProperty"},{"propertyName":"Date","propertyValue":"{{Form.Date}}","disableUpdates":false,"type":"customDocumentProperty"},{"propertyName":"Reference","propertyValue":"{{Form.Reference}}","disableUpdates":false,"type":"customDocumentProperty"},{"propertyName":"Title","propertyValue":"{{Form.DocumentTitle}}","disableUpdates":false,"type":"customDocumentProperty"},{"propertyName":"Keyword","propertyValue":"{{Form.Keywords}}","disableUpdates":false,"type":"customDocumentProperty"},{"propertyName":"DocumentType","propertyValue":"Presentation2011","disableUpdates":false,"type":"customDocumentProperty"},{"propertyName":"Language","propertyValue":"EnglishUS","disableUpdates":false,"type":"customDocumentProperty"},{"propertyName":"TemplateID","propertyValue":"FALSE","disableUpdates":false,"type":"customDocumentProperty"},{"propertyName":"ConfCtrl","propertyValue":"FALSE","disableUpdates":false,"type":"customDocumentProperty"},{"propertyName":"title","propertyValue":"{{Form.DocumentTitle}}","disableUpdates":false,"type":"documentProperty"},{"propertyName":"keywords","propertyValue":"{{Form.Keywords}}","disableUpdates":false,"type":"documentProperty"},{"propertyName":"creator","propertyValue":"{{Form.Prepared}}","disableUpdates":false,"type":"documentProperty"},{"propertyName":"DocTitle","propertyValue":"{{Form.DocTitle.DocTitle}}","disableUpdates":false,"type":"customDocumentProperty"},{"propertyName":"IsDocument","propertyValue":"{{Form.TemplateType.IsDocument}}","disableUpdates":false,"type":"customDocumentProperty"},{"propertyName":"IsPresentation","propertyValue":"{{Form.TemplateType.IsPresentation}}","disableUpdates":false,"type":"customDocumentProperty"},{"propertyName":"company","propertyValue":"Ericsson","disableUpdates":false,"type":"documentProperty"},{"propertyName":"PageNumberVisible","propertyValue":"{{Form.TotalPageNo.TotalPageNo_value}}","disableUpdates":false,"type":"customDocumentProperty"},{"propertyName":"Revision","propertyValue":"{{Form.Revision}}","disableUpdates":false,"type":"customDocumentProperty"},{"propertyName":"DocType","propertyValue":"{{Form.DocTypePresentation}}","disableUpdates":false,"type":"customDocumentProperty"},{"propertyName":"TemplateVersion","propertyValue":"R2A","disableUpdates":false,"type":"customDocumentProperty"},{"propertyName":"PackageNo","propertyValue":"LXA 119 603","disableUpdates":false,"type":"customDocumentProperty"},{"propertyName":"PackageVersion","propertyValue":"R6B","disableUpdates":false,"type":"customDocumentProperty"},{"propertyName":"TemplateName","propertyValue":"CXC 173 2731/1","disableUpdates":false,"type":"customDocumentProperty"},{"propertyName":"DocName","propertyValue":" ","disableUpdates":false,"type":"customDocumentProperty"},{"propertyName":"description","propertyValue":"{{Form.DocumentNumber}} {{Form.LanguageCode.LanguageCode}}\nRev {{Form.Revision}}","disableUpdates":false,"type":"documentProperty"},{"propertyName":"DocNoVisible","propertyValue":"{{Form.DocNo.ShowDocNo}}","disableUpdates":false,"type":"customDocumentProperty"}],"templateName":"","templateDescription":"","enableDocumentContentUpdater":true,"version":"1.9"}]]></TemplafyTemplateConfiguration>
</file>

<file path=customXml/item3.xml><?xml version="1.0" encoding="utf-8"?>
<TemplafySlideTemplateConfiguration><![CDATA[{"documentContentValidatorConfiguration":{"enableDocumentContentValidator":false,"documentContentValidatorVersion":0},"elementsMetadata":[],"slideId":"637661701760905467","enableDocumentContentUpdater":true,"version":"1.9"}]]></TemplafySlideTemplateConfiguration>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5.xml><?xml version="1.0" encoding="utf-8"?>
<ct:contentTypeSchema xmlns:ct="http://schemas.microsoft.com/office/2006/metadata/contentType" xmlns:ma="http://schemas.microsoft.com/office/2006/metadata/properties/metaAttributes" ct:_="" ma:_="" ma:contentTypeName="Document" ma:contentTypeID="0x0101002C8661F604A9A64C9627B875CBEE0D49" ma:contentTypeVersion="15" ma:contentTypeDescription="Create a new document." ma:contentTypeScope="" ma:versionID="a479c757ef17ea2b01d6697cee2b70c6">
  <xsd:schema xmlns:xsd="http://www.w3.org/2001/XMLSchema" xmlns:xs="http://www.w3.org/2001/XMLSchema" xmlns:p="http://schemas.microsoft.com/office/2006/metadata/properties" xmlns:ns3="92e1255f-bb7b-4dc9-b051-584cc104eb44" xmlns:ns4="a6550eff-0fc9-443f-8e77-72cbcf778382" targetNamespace="http://schemas.microsoft.com/office/2006/metadata/properties" ma:root="true" ma:fieldsID="08df2d0f55032e4052d032aa8ec7ed1f" ns3:_="" ns4:_="">
    <xsd:import namespace="92e1255f-bb7b-4dc9-b051-584cc104eb44"/>
    <xsd:import namespace="a6550eff-0fc9-443f-8e77-72cbcf778382"/>
    <xsd:element name="properties">
      <xsd:complexType>
        <xsd:sequence>
          <xsd:element name="documentManagement">
            <xsd:complexType>
              <xsd:all>
                <xsd:element ref="ns3:SharedWithUsers" minOccurs="0"/>
                <xsd:element ref="ns3:SharedWithDetails" minOccurs="0"/>
                <xsd:element ref="ns3:SharingHintHash" minOccurs="0"/>
                <xsd:element ref="ns3:LastSharedByUser" minOccurs="0"/>
                <xsd:element ref="ns3:LastSharedByTime"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e1255f-bb7b-4dc9-b051-584cc104eb44"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element name="LastSharedByUser" ma:index="11" nillable="true" ma:displayName="Last Shared By User" ma:description="" ma:internalName="LastSharedByUser" ma:readOnly="true">
      <xsd:simpleType>
        <xsd:restriction base="dms:Note">
          <xsd:maxLength value="255"/>
        </xsd:restriction>
      </xsd:simpleType>
    </xsd:element>
    <xsd:element name="LastSharedByTime" ma:index="12"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a6550eff-0fc9-443f-8e77-72cbcf778382" elementFormDefault="qualified">
    <xsd:import namespace="http://schemas.microsoft.com/office/2006/documentManagement/types"/>
    <xsd:import namespace="http://schemas.microsoft.com/office/infopath/2007/PartnerControls"/>
    <xsd:element name="MediaServiceMetadata" ma:index="13" nillable="true" ma:displayName="MediaServiceMetadata" ma:description="" ma:hidden="true" ma:internalName="MediaServiceMetadata" ma:readOnly="true">
      <xsd:simpleType>
        <xsd:restriction base="dms:Note"/>
      </xsd:simpleType>
    </xsd:element>
    <xsd:element name="MediaServiceFastMetadata" ma:index="14" nillable="true" ma:displayName="MediaServiceFastMetadata" ma:description="" ma:hidden="true" ma:internalName="MediaServiceFastMetadata" ma:readOnly="true">
      <xsd:simpleType>
        <xsd:restriction base="dms:Note"/>
      </xsd:simpleType>
    </xsd:element>
    <xsd:element name="MediaServiceDateTaken" ma:index="15" nillable="true" ma:displayName="MediaServiceDateTaken" ma:description="" ma:hidden="true" ma:internalName="MediaServiceDateTaken" ma:readOnly="true">
      <xsd:simpleType>
        <xsd:restriction base="dms:Text"/>
      </xsd:simpleType>
    </xsd:element>
    <xsd:element name="MediaServiceAutoTags" ma:index="16" nillable="true" ma:displayName="MediaServiceAutoTags" ma:description="" ma:internalName="MediaServiceAutoTags" ma:readOnly="true">
      <xsd:simpleType>
        <xsd:restriction base="dms:Text"/>
      </xsd:simpleType>
    </xsd:element>
    <xsd:element name="MediaServiceOCR" ma:index="17" nillable="true" ma:displayName="MediaServiceOCR" ma:internalName="MediaServiceOCR" ma:readOnly="true">
      <xsd:simpleType>
        <xsd:restriction base="dms:Note">
          <xsd:maxLength value="255"/>
        </xsd:restriction>
      </xsd:simpleType>
    </xsd:element>
    <xsd:element name="MediaServiceLocation" ma:index="18" nillable="true" ma:displayName="MediaServiceLocation"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mso-contentType ?>
<FormTemplates xmlns="http://schemas.microsoft.com/sharepoint/v3/contenttype/forms">
  <Display>DocumentLibraryForm</Display>
  <Edit>DocumentLibraryForm</Edit>
  <New>DocumentLibraryForm</New>
</FormTemplates>
</file>

<file path=customXml/item7.xml><?xml version="1.0" encoding="utf-8"?>
<TemplafySlideTemplateConfiguration><![CDATA[{"elementsMetadata":[],"documentContentValidatorConfiguration":{"enableDocumentContentValidator":false,"documentContentValidatorVersion":0},"slideId":"637027476704980324","enableDocumentContentUpdater":true,"version":"1.9"}]]></TemplafySlideTemplateConfiguration>
</file>

<file path=customXml/item8.xml><?xml version="1.0" encoding="utf-8"?>
<TemplafySlideFormConfiguration><![CDATA[{"formFields":[],"formDataEntries":[]}]]></TemplafySlideFormConfiguration>
</file>

<file path=customXml/item9.xml><?xml version="1.0" encoding="utf-8"?>
<TemplafyFormConfiguration><![CDATA[{"formFields":[{"required":true,"placeholder":"","lines":0,"helpTexts":{"prefix":"","postfix":""},"spacing":{},"type":"textBox","name":"DocumentTitle","label":"Document Title","fullyQualifiedName":"DocumentTitle"},{"dataSource":"Confidentiality","displayColumn":"confidentiality","hideIfNoUserInteractionRequired":false,"distinct":true,"required":true,"autoSelectFirstOption":false,"helpTexts":{"prefix":"","postfix":""},"spacing":{},"type":"dropDown","name":"ConfidentialityClass","label":"Confidentiality Class","fullyQualifiedName":"ConfidentialityClass"},{"dataSource":"External Confidentiality label","displayColumn":"externalConfidentiality","hideIfNoUserInteractionRequired":false,"distinct":true,"required":false,"autoSelectFirstOption":false,"helpTexts":{"prefix":"","postfix":"(If no external confidentiality class then please choose the blank value)"},"spacing":{},"type":"dropDown","name":"ExternalConfidentialityLabel","label":"External Confidentiality label","fullyQualifiedName":"ExternalConfidentialityLabel"},{"column":"documentType","required":false,"placeholder":"","autoSelectFirstOption":false,"helpTexts":{"prefix":"","postfix":""},"spacing":{},"dataSource":"PowerPoint Document Type","type":"comboBox","name":"DocTypePresentation","label":"Document Type","fullyQualifiedName":"DocTypePresentation"},{"required":false,"placeholder":"","lines":0,"helpTexts":{"prefix":"","postfix":"(Commonly assigned by EriDoc)"},"spacing":{},"type":"textBox","name":"DocumentNumber","label":"Document Number","fullyQualifiedName":"DocumentNumber"},{"dataSource":"Language code","displayColumn":"showName","defaultValue":"1","hideIfNoUserInteractionRequired":false,"distinct":true,"required":false,"autoSelectFirstOption":false,"helpTexts":{"prefix":"","postfix":"(The language code will be appended to the Document No.)"},"spacing":{},"type":"dropDown","name":"LanguageCode","label":"Language Code","fullyQualifiedName":"LanguageCode"},{"column":"revision","required":false,"placeholder":"","autoSelectFirstOption":false,"helpTexts":{"prefix":"","postfix":""},"spacing":{},"dataSource":"Revision","type":"comboBox","name":"Revision","label":"Revision","fullyQualifiedName":"Revision"},{"required":false,"helpTexts":{"prefix":"","postfix":""},"spacing":{},"type":"datePicker","name":"Date","label":"Date","fullyQualifiedName":"Date"},{"helpTexts":{"prefix":"","postfix":""},"spacing":{},"type":"heading","name":"FooterVisibilityOptions","label":"Footer Visibility Options","fullyQualifiedName":"FooterVisibilityOptions"},{"dataSource":"PPT FooterVisibility","displayColumn":"templateType","defaultValue":"1","hideIfNoUserInteractionRequired":false,"distinct":true,"required":true,"autoSelectFirstOption":false,"helpTexts":{"prefix":"","postfix":""},"spacing":{},"type":"dropDown","name":"TemplateType","label":"Is this a document or presentation?","fullyQualifiedName":"TemplateType"},{"dataSource":"PPT FooterVisibility","displayColumn":"docTitle_label","filter":{"column":"templateType","otherFieldName":"TemplateType","fullyQualifiedOtherFieldName":"TemplateType","otherFieldColumn":"TemplateType","formReference":"none","operator":"equals"},"hideIfNoUserInteractionRequired":false,"distinct":true,"required":false,"autoSelectFirstOption":true,"helpTexts":{"prefix":"","postfix":""},"spacing":{},"type":"dropDown","name":"DocTitle","label":"Show document title in footer?","fullyQualifiedName":"DocTitle"},{"dataSource":"PPT FooterVisibility","displayColumn":"totalPageNo_text","filter":{"column":"templateType","otherFieldName":"TemplateType","fullyQualifiedOtherFieldName":"TemplateType","otherFieldColumn":"TemplateType","formReference":"none","operator":"equals"},"hideIfNoUserInteractionRequired":false,"distinct":true,"required":false,"autoSelectFirstOption":true,"helpTexts":{"prefix":"","postfix":""},"spacing":{},"type":"dropDown","name":"TotalPageNo","label":"Page numbering","fullyQualifiedName":"TotalPageNo"},{"dataSource":"PPT FooterVisibility","displayColumn":"showDocNo_label","filter":{"column":"templateType","otherFieldName":"TemplateType","fullyQualifiedOtherFieldName":"TemplateType","otherFieldColumn":"TemplateType","formReference":"none","operator":"equals"},"hideIfNoUserInteractionRequired":false,"distinct":true,"required":false,"autoSelectFirstOption":true,"helpTexts":{"prefix":"","postfix":""},"spacing":{},"type":"dropDown","name":"DocNo","label":"Show document number in footer?","fullyQualifiedName":"DocNo"},{"required":false,"placeholder":"","lines":0,"defaultValue":"{{UserProfile.Prepared}}","helpTexts":{"prefix":"","postfix":""},"spacing":{},"type":"textBox","name":"Prepared","label":"Prepared By (Subject Responsible)","fullyQualifiedName":"Prepared"},{"required":false,"placeholder":"","lines":0,"helpTexts":{"prefix":"","postfix":""},"spacing":{},"type":"textBox","name":"ApprovedBy","label":"Approved By (Document Responsible)","fullyQualifiedName":"ApprovedBy"},{"required":false,"placeholder":"","lines":0,"helpTexts":{"prefix":"","postfix":""},"spacing":{},"type":"textBox","name":"Checked","label":"Checked","fullyQualifiedName":"Checked"},{"required":false,"placeholder":"","lines":0,"helpTexts":{"prefix":"","postfix":"(Overwritten with EriDoc values at check-in)"},"spacing":{},"type":"textBox","name":"Reference","label":"Reference","fullyQualifiedName":"Reference"},{"required":false,"placeholder":"","lines":0,"helpTexts":{"prefix":"","postfix":""},"spacing":{},"type":"textBox","name":"Keywords","label":"Keywords","fullyQualifiedName":"Keywords"}],"formDataEntries":[{"name":"DocumentTitle","value":"YVZ3LKtf7OMP9gVfzjmFN4NA+Hec8s7je2zeDOLSC1hwgBSIE69dtKkrFfuPELsm"},{"name":"ConfidentialityClass","value":"5wlu7ZdPxHQj1W0w+yTNSg=="},{"name":"LanguageCode","value":"5wlu7ZdPxHQj1W0w+yTNSg=="},{"name":"Date","value":"Ejrdlz9+YVVJXOmeRzizVA=="},{"name":"TemplateType","value":"5wlu7ZdPxHQj1W0w+yTNSg=="},{"name":"DocTitle","value":"5wlu7ZdPxHQj1W0w+yTNSg=="},{"name":"TotalPageNo","value":"cT/FOwTWaPknrhRlNMh4SQ=="},{"name":"DocNo","value":"5wlu7ZdPxHQj1W0w+yTNSg=="}]}]]></TemplafyFormConfiguration>
</file>

<file path=customXml/item10.xml><?xml version="1.0" encoding="utf-8"?>
<TemplafySlideTemplateConfiguration><![CDATA[{"documentContentValidatorConfiguration":{"enableDocumentContentValidator":false,"documentContentValidatorVersion":0},"elementsMetadata":[],"slideId":"637661701761374254","enableDocumentContentUpdater":true,"version":"1.9"}]]></TemplafySlideTemplateConfiguration>
</file>

<file path=customXml/item11.xml><?xml version="1.0" encoding="utf-8"?>
<TemplafySlideFormConfiguration><![CDATA[{"formFields":[],"formDataEntries":[]}]]></TemplafySlideFormConfiguration>
</file>

<file path=customXml/itemProps1.xml><?xml version="1.0" encoding="utf-8"?>
<ds:datastoreItem xmlns:ds="http://schemas.openxmlformats.org/officeDocument/2006/customXml" ds:itemID="{32BA7684-6BE4-4F73-B22E-30934AB379B8}">
  <ds:schemaRefs/>
</ds:datastoreItem>
</file>

<file path=customXml/itemProps2.xml><?xml version="1.0" encoding="utf-8"?>
<ds:datastoreItem xmlns:ds="http://schemas.openxmlformats.org/officeDocument/2006/customXml" ds:itemID="{07958A4E-FAB1-42E4-B6B5-29B01F63F87B}">
  <ds:schemaRefs/>
</ds:datastoreItem>
</file>

<file path=customXml/itemProps3.xml><?xml version="1.0" encoding="utf-8"?>
<ds:datastoreItem xmlns:ds="http://schemas.openxmlformats.org/officeDocument/2006/customXml" ds:itemID="{72516535-7702-46AF-9B1F-8623A67A824E}">
  <ds:schemaRefs/>
</ds:datastoreItem>
</file>

<file path=customXml/itemProps4.xml><?xml version="1.0" encoding="utf-8"?>
<ds:datastoreItem xmlns:ds="http://schemas.openxmlformats.org/officeDocument/2006/customXml" ds:itemID="{56F2EE69-0CCA-4F48-BE22-EC4A886C57A7}">
  <ds:schemaRefs>
    <ds:schemaRef ds:uri="http://schemas.microsoft.com/office/2006/documentManagement/types"/>
    <ds:schemaRef ds:uri="http://schemas.microsoft.com/office/infopath/2007/PartnerControls"/>
    <ds:schemaRef ds:uri="http://purl.org/dc/elements/1.1/"/>
    <ds:schemaRef ds:uri="a6550eff-0fc9-443f-8e77-72cbcf778382"/>
    <ds:schemaRef ds:uri="http://schemas.microsoft.com/office/2006/metadata/properties"/>
    <ds:schemaRef ds:uri="http://purl.org/dc/terms/"/>
    <ds:schemaRef ds:uri="92e1255f-bb7b-4dc9-b051-584cc104eb44"/>
    <ds:schemaRef ds:uri="http://schemas.openxmlformats.org/package/2006/metadata/core-properties"/>
    <ds:schemaRef ds:uri="http://www.w3.org/XML/1998/namespace"/>
    <ds:schemaRef ds:uri="http://purl.org/dc/dcmitype/"/>
  </ds:schemaRefs>
</ds:datastoreItem>
</file>

<file path=customXml/itemProps5.xml><?xml version="1.0" encoding="utf-8"?>
<ds:datastoreItem xmlns:ds="http://schemas.openxmlformats.org/officeDocument/2006/customXml" ds:itemID="{A2258578-4028-422E-A2BB-56A6BD2305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2e1255f-bb7b-4dc9-b051-584cc104eb44"/>
    <ds:schemaRef ds:uri="a6550eff-0fc9-443f-8e77-72cbcf7783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6.xml><?xml version="1.0" encoding="utf-8"?>
<ds:datastoreItem xmlns:ds="http://schemas.openxmlformats.org/officeDocument/2006/customXml" ds:itemID="{F5A7E41D-6E7F-4B05-AFAB-F540BD4C068B}">
  <ds:schemaRefs>
    <ds:schemaRef ds:uri="http://schemas.microsoft.com/sharepoint/v3/contenttype/forms"/>
  </ds:schemaRefs>
</ds:datastoreItem>
</file>

<file path=customXml/itemProps7.xml><?xml version="1.0" encoding="utf-8"?>
<ds:datastoreItem xmlns:ds="http://schemas.openxmlformats.org/officeDocument/2006/customXml" ds:itemID="{C09F197C-6A49-47D0-B877-F88807989676}">
  <ds:schemaRefs/>
</ds:datastoreItem>
</file>

<file path=customXml/itemProps8.xml><?xml version="1.0" encoding="utf-8"?>
<ds:datastoreItem xmlns:ds="http://schemas.openxmlformats.org/officeDocument/2006/customXml" ds:itemID="{B9AEDDE3-EA02-4A8F-B8F8-0606A0AA45FC}">
  <ds:schemaRefs/>
</ds:datastoreItem>
</file>

<file path=customXml/itemProps9.xml><?xml version="1.0" encoding="utf-8"?>
<ds:datastoreItem xmlns:ds="http://schemas.openxmlformats.org/officeDocument/2006/customXml" ds:itemID="{D92C3DF5-A179-4E2D-BD20-07044B39171F}">
  <ds:schemaRefs/>
</ds:datastoreItem>
</file>

<file path=customXml/itemProps10.xml><?xml version="1.0" encoding="utf-8"?>
<ds:datastoreItem xmlns:ds="http://schemas.openxmlformats.org/officeDocument/2006/customXml" ds:itemID="{1CE36EA9-2186-4EB1-871A-8AE59C2A13BB}">
  <ds:schemaRefs/>
</ds:datastoreItem>
</file>

<file path=customXml/itemProps11.xml><?xml version="1.0" encoding="utf-8"?>
<ds:datastoreItem xmlns:ds="http://schemas.openxmlformats.org/officeDocument/2006/customXml" ds:itemID="{58CC0B31-82B9-497A-9A2E-F3F72D0BBDAD}">
  <ds:schemaRefs/>
</ds:datastoreItem>
</file>

<file path=docProps/app.xml><?xml version="1.0" encoding="utf-8"?>
<Properties xmlns="http://schemas.openxmlformats.org/officeDocument/2006/extended-properties" xmlns:vt="http://schemas.openxmlformats.org/officeDocument/2006/docPropsVTypes">
  <Template>TM16401371[[fn=Atlas]]</Template>
  <TotalTime>2093</TotalTime>
  <Words>647</Words>
  <Application>Microsoft Office PowerPoint</Application>
  <PresentationFormat>Widescreen</PresentationFormat>
  <Paragraphs>71</Paragraphs>
  <Slides>18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Ericsson Hilda ExtraLight</vt:lpstr>
      <vt:lpstr>Ericsson Hilda ExtraBold</vt:lpstr>
      <vt:lpstr>Segoe UI</vt:lpstr>
      <vt:lpstr>Arial</vt:lpstr>
      <vt:lpstr>Ericsson Technical Icons</vt:lpstr>
      <vt:lpstr>Ericsson Hilda Light</vt:lpstr>
      <vt:lpstr>Ericsson Hilda</vt:lpstr>
      <vt:lpstr>PresentationTemplate2021</vt:lpstr>
      <vt:lpstr>Onboarding Data Collection Quick Reference Guide </vt:lpstr>
      <vt:lpstr>Onboarding Data Collection </vt:lpstr>
      <vt:lpstr>Personal Data Collection</vt:lpstr>
      <vt:lpstr>Personal Data Collection</vt:lpstr>
      <vt:lpstr>Personal Data Collection</vt:lpstr>
      <vt:lpstr>Personal Data Collection</vt:lpstr>
      <vt:lpstr>Personal Data Collection</vt:lpstr>
      <vt:lpstr>Personal Data Collection </vt:lpstr>
      <vt:lpstr>Additional Data Collection </vt:lpstr>
      <vt:lpstr>Additional Data Collection</vt:lpstr>
      <vt:lpstr>Additional Data Collection </vt:lpstr>
      <vt:lpstr>Additional Data Collection</vt:lpstr>
      <vt:lpstr>Additional Data Collection </vt:lpstr>
      <vt:lpstr>Additional Data Collection </vt:lpstr>
      <vt:lpstr>Additional Data Collection </vt:lpstr>
      <vt:lpstr>Additional Data Collection</vt:lpstr>
      <vt:lpstr>PowerPoint Presentation</vt:lpstr>
      <vt:lpstr>PowerPoint Presentation</vt:lpstr>
    </vt:vector>
  </TitlesOfParts>
  <Company>Ericsson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 Reference Guide New Joiner - India</dc:title>
  <dc:creator>Mehran Singh Katoch S</dc:creator>
  <cp:keywords/>
  <dc:description>Rev</dc:description>
  <cp:lastModifiedBy>Ashish Arora C</cp:lastModifiedBy>
  <cp:revision>151</cp:revision>
  <dcterms:created xsi:type="dcterms:W3CDTF">2019-04-23T15:12:54Z</dcterms:created>
  <dcterms:modified xsi:type="dcterms:W3CDTF">2024-12-13T05:40:27Z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Category">
    <vt:lpwstr> </vt:lpwstr>
  </property>
  <property fmtid="{D5CDD505-2E9C-101B-9397-08002B2CF9AE}" pid="3" name="TemplateIdentity">
    <vt:lpwstr> </vt:lpwstr>
  </property>
  <property fmtid="{D5CDD505-2E9C-101B-9397-08002B2CF9AE}" pid="4" name="DocName">
    <vt:lpwstr> </vt:lpwstr>
  </property>
  <property fmtid="{D5CDD505-2E9C-101B-9397-08002B2CF9AE}" pid="5" name="ContentTypeId">
    <vt:lpwstr>0x0101002C8661F604A9A64C9627B875CBEE0D49</vt:lpwstr>
  </property>
  <property fmtid="{D5CDD505-2E9C-101B-9397-08002B2CF9AE}" pid="6" name="DocumentDataTemplate">
    <vt:lpwstr>true</vt:lpwstr>
  </property>
  <property fmtid="{D5CDD505-2E9C-101B-9397-08002B2CF9AE}" pid="7" name="BSubject">
    <vt:lpwstr> </vt:lpwstr>
  </property>
  <property fmtid="{D5CDD505-2E9C-101B-9397-08002B2CF9AE}" pid="8" name="TemplafyTimeStamp">
    <vt:lpwstr>2024-01-18T12:10:12.1362348Z</vt:lpwstr>
  </property>
  <property fmtid="{D5CDD505-2E9C-101B-9397-08002B2CF9AE}" pid="9" name="TemplafyTenantId">
    <vt:lpwstr>ericsson</vt:lpwstr>
  </property>
  <property fmtid="{D5CDD505-2E9C-101B-9397-08002B2CF9AE}" pid="10" name="TemplafyTemplateId">
    <vt:lpwstr>637661677935531027</vt:lpwstr>
  </property>
  <property fmtid="{D5CDD505-2E9C-101B-9397-08002B2CF9AE}" pid="11" name="TemplafyUserProfileId">
    <vt:lpwstr>637104218968182885</vt:lpwstr>
  </property>
  <property fmtid="{D5CDD505-2E9C-101B-9397-08002B2CF9AE}" pid="12" name="TemplafyLanguageCode">
    <vt:lpwstr>en-US</vt:lpwstr>
  </property>
  <property fmtid="{D5CDD505-2E9C-101B-9397-08002B2CF9AE}" pid="13" name="FooterText">
    <vt:lpwstr>true</vt:lpwstr>
  </property>
  <property fmtid="{D5CDD505-2E9C-101B-9397-08002B2CF9AE}" pid="14" name="SecurityClass">
    <vt:lpwstr>Ericsson Internal</vt:lpwstr>
  </property>
  <property fmtid="{D5CDD505-2E9C-101B-9397-08002B2CF9AE}" pid="15" name="ExtConf">
    <vt:lpwstr/>
  </property>
  <property fmtid="{D5CDD505-2E9C-101B-9397-08002B2CF9AE}" pid="16" name="Prepared">
    <vt:lpwstr/>
  </property>
  <property fmtid="{D5CDD505-2E9C-101B-9397-08002B2CF9AE}" pid="17" name="ApprovedBy">
    <vt:lpwstr/>
  </property>
  <property fmtid="{D5CDD505-2E9C-101B-9397-08002B2CF9AE}" pid="18" name="DocNo">
    <vt:lpwstr> </vt:lpwstr>
  </property>
  <property fmtid="{D5CDD505-2E9C-101B-9397-08002B2CF9AE}" pid="19" name="Checked">
    <vt:lpwstr/>
  </property>
  <property fmtid="{D5CDD505-2E9C-101B-9397-08002B2CF9AE}" pid="20" name="Date">
    <vt:lpwstr>2024-06-20</vt:lpwstr>
  </property>
  <property fmtid="{D5CDD505-2E9C-101B-9397-08002B2CF9AE}" pid="21" name="Reference">
    <vt:lpwstr/>
  </property>
  <property fmtid="{D5CDD505-2E9C-101B-9397-08002B2CF9AE}" pid="22" name="Title">
    <vt:lpwstr>Quick Reference Guide New Joiner - India</vt:lpwstr>
  </property>
  <property fmtid="{D5CDD505-2E9C-101B-9397-08002B2CF9AE}" pid="23" name="Keyword">
    <vt:lpwstr/>
  </property>
  <property fmtid="{D5CDD505-2E9C-101B-9397-08002B2CF9AE}" pid="24" name="DocumentType">
    <vt:lpwstr>Presentation2011</vt:lpwstr>
  </property>
  <property fmtid="{D5CDD505-2E9C-101B-9397-08002B2CF9AE}" pid="25" name="Language">
    <vt:lpwstr>EnglishUS</vt:lpwstr>
  </property>
  <property fmtid="{D5CDD505-2E9C-101B-9397-08002B2CF9AE}" pid="26" name="TemplateID">
    <vt:lpwstr>FALSE</vt:lpwstr>
  </property>
  <property fmtid="{D5CDD505-2E9C-101B-9397-08002B2CF9AE}" pid="27" name="ConfCtrl">
    <vt:lpwstr>FALSE</vt:lpwstr>
  </property>
  <property fmtid="{D5CDD505-2E9C-101B-9397-08002B2CF9AE}" pid="28" name="DocTitle">
    <vt:lpwstr>false</vt:lpwstr>
  </property>
  <property fmtid="{D5CDD505-2E9C-101B-9397-08002B2CF9AE}" pid="29" name="IsDocument">
    <vt:lpwstr>true</vt:lpwstr>
  </property>
  <property fmtid="{D5CDD505-2E9C-101B-9397-08002B2CF9AE}" pid="30" name="IsPresentation">
    <vt:lpwstr>false</vt:lpwstr>
  </property>
  <property fmtid="{D5CDD505-2E9C-101B-9397-08002B2CF9AE}" pid="31" name="PageNumberVisible">
    <vt:lpwstr>PageX</vt:lpwstr>
  </property>
  <property fmtid="{D5CDD505-2E9C-101B-9397-08002B2CF9AE}" pid="32" name="Revision">
    <vt:lpwstr/>
  </property>
  <property fmtid="{D5CDD505-2E9C-101B-9397-08002B2CF9AE}" pid="33" name="DocType">
    <vt:lpwstr/>
  </property>
  <property fmtid="{D5CDD505-2E9C-101B-9397-08002B2CF9AE}" pid="34" name="TemplateVersion">
    <vt:lpwstr>R2A</vt:lpwstr>
  </property>
  <property fmtid="{D5CDD505-2E9C-101B-9397-08002B2CF9AE}" pid="35" name="PackageNo">
    <vt:lpwstr>LXA 119 603</vt:lpwstr>
  </property>
  <property fmtid="{D5CDD505-2E9C-101B-9397-08002B2CF9AE}" pid="36" name="PackageVersion">
    <vt:lpwstr>R6B</vt:lpwstr>
  </property>
  <property fmtid="{D5CDD505-2E9C-101B-9397-08002B2CF9AE}" pid="37" name="TemplateName">
    <vt:lpwstr>CXC 173 2731/1</vt:lpwstr>
  </property>
  <property fmtid="{D5CDD505-2E9C-101B-9397-08002B2CF9AE}" pid="38" name="DocNoVisible">
    <vt:lpwstr>true</vt:lpwstr>
  </property>
</Properties>
</file>